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6D57A-B434-4743-82F1-0FE65AAF0DB1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116E0A1-5ABA-4572-9F60-9D3E764488D7}">
      <dgm:prSet/>
      <dgm:spPr/>
      <dgm:t>
        <a:bodyPr/>
        <a:lstStyle/>
        <a:p>
          <a:r>
            <a:rPr lang="en-US"/>
            <a:t>1. Selaimeen kirjoitetaan esim. 'http://www.bc.fi'</a:t>
          </a:r>
        </a:p>
      </dgm:t>
    </dgm:pt>
    <dgm:pt modelId="{AD8EF555-CB05-4A91-91E7-A8CBC4FC126C}" type="parTrans" cxnId="{F72D77D9-C479-4983-97F5-6F13658DE599}">
      <dgm:prSet/>
      <dgm:spPr/>
      <dgm:t>
        <a:bodyPr/>
        <a:lstStyle/>
        <a:p>
          <a:endParaRPr lang="en-US"/>
        </a:p>
      </dgm:t>
    </dgm:pt>
    <dgm:pt modelId="{4DE51D06-AD21-49CD-A660-D30B1B7B8C6D}" type="sibTrans" cxnId="{F72D77D9-C479-4983-97F5-6F13658DE599}">
      <dgm:prSet/>
      <dgm:spPr/>
      <dgm:t>
        <a:bodyPr/>
        <a:lstStyle/>
        <a:p>
          <a:endParaRPr lang="en-US"/>
        </a:p>
      </dgm:t>
    </dgm:pt>
    <dgm:pt modelId="{027543C0-13D7-483F-AAD1-544C3CD3F09A}">
      <dgm:prSet/>
      <dgm:spPr/>
      <dgm:t>
        <a:bodyPr/>
        <a:lstStyle/>
        <a:p>
          <a:r>
            <a:rPr lang="en-US"/>
            <a:t>2. DNS-palvelin käännetään verkkotunnus IP-osoitteeksi</a:t>
          </a:r>
        </a:p>
      </dgm:t>
    </dgm:pt>
    <dgm:pt modelId="{E91E94E5-1B08-48B4-A7B2-4DC90E989293}" type="parTrans" cxnId="{B202EFA0-7525-4BA8-BAB4-291A5CF32F07}">
      <dgm:prSet/>
      <dgm:spPr/>
      <dgm:t>
        <a:bodyPr/>
        <a:lstStyle/>
        <a:p>
          <a:endParaRPr lang="en-US"/>
        </a:p>
      </dgm:t>
    </dgm:pt>
    <dgm:pt modelId="{CAF45853-83DC-4B9D-A50E-9163B59D1123}" type="sibTrans" cxnId="{B202EFA0-7525-4BA8-BAB4-291A5CF32F07}">
      <dgm:prSet/>
      <dgm:spPr/>
      <dgm:t>
        <a:bodyPr/>
        <a:lstStyle/>
        <a:p>
          <a:endParaRPr lang="en-US"/>
        </a:p>
      </dgm:t>
    </dgm:pt>
    <dgm:pt modelId="{A01565A4-F67E-4E31-AFFF-91570674BCDF}">
      <dgm:prSet/>
      <dgm:spPr/>
      <dgm:t>
        <a:bodyPr/>
        <a:lstStyle/>
        <a:p>
          <a:r>
            <a:rPr lang="en-US"/>
            <a:t>3. Selain muodostaa TCP-yhteyden palvelimeen</a:t>
          </a:r>
        </a:p>
      </dgm:t>
    </dgm:pt>
    <dgm:pt modelId="{218FEF86-9447-49B7-A82C-85196F127E7E}" type="parTrans" cxnId="{04ACAA30-7D58-438A-9FF7-87DD64940D7C}">
      <dgm:prSet/>
      <dgm:spPr/>
      <dgm:t>
        <a:bodyPr/>
        <a:lstStyle/>
        <a:p>
          <a:endParaRPr lang="en-US"/>
        </a:p>
      </dgm:t>
    </dgm:pt>
    <dgm:pt modelId="{065FF78C-F4CF-47DE-8791-03DF4FD827EA}" type="sibTrans" cxnId="{04ACAA30-7D58-438A-9FF7-87DD64940D7C}">
      <dgm:prSet/>
      <dgm:spPr/>
      <dgm:t>
        <a:bodyPr/>
        <a:lstStyle/>
        <a:p>
          <a:endParaRPr lang="en-US"/>
        </a:p>
      </dgm:t>
    </dgm:pt>
    <dgm:pt modelId="{474FCB04-631A-41A7-B120-5D2C59D309DD}">
      <dgm:prSet/>
      <dgm:spPr/>
      <dgm:t>
        <a:bodyPr/>
        <a:lstStyle/>
        <a:p>
          <a:r>
            <a:rPr lang="en-US"/>
            <a:t>4. HTTP-pyyntö lähetetään verkkosivun hakemiseksi</a:t>
          </a:r>
        </a:p>
      </dgm:t>
    </dgm:pt>
    <dgm:pt modelId="{743A702D-56AA-4620-9688-4F9EBA0C05FC}" type="parTrans" cxnId="{102C430B-1BEB-4A7D-9BCE-4570EEA5D910}">
      <dgm:prSet/>
      <dgm:spPr/>
      <dgm:t>
        <a:bodyPr/>
        <a:lstStyle/>
        <a:p>
          <a:endParaRPr lang="en-US"/>
        </a:p>
      </dgm:t>
    </dgm:pt>
    <dgm:pt modelId="{13A01D19-3C95-40D8-84BE-528517BC3A3F}" type="sibTrans" cxnId="{102C430B-1BEB-4A7D-9BCE-4570EEA5D910}">
      <dgm:prSet/>
      <dgm:spPr/>
      <dgm:t>
        <a:bodyPr/>
        <a:lstStyle/>
        <a:p>
          <a:endParaRPr lang="en-US"/>
        </a:p>
      </dgm:t>
    </dgm:pt>
    <dgm:pt modelId="{A0A37AAD-5C66-4B18-B1DD-FE12E8D3FBCD}">
      <dgm:prSet/>
      <dgm:spPr/>
      <dgm:t>
        <a:bodyPr/>
        <a:lstStyle/>
        <a:p>
          <a:r>
            <a:rPr lang="en-US"/>
            <a:t>5. Palvelin vastaa ja selain näyttää sivun sisällön</a:t>
          </a:r>
        </a:p>
      </dgm:t>
    </dgm:pt>
    <dgm:pt modelId="{0737166C-250F-4928-A132-F2F3A972C994}" type="parTrans" cxnId="{0C4E0E33-11B3-4F87-AD8E-7D84CCB6C2BE}">
      <dgm:prSet/>
      <dgm:spPr/>
      <dgm:t>
        <a:bodyPr/>
        <a:lstStyle/>
        <a:p>
          <a:endParaRPr lang="en-US"/>
        </a:p>
      </dgm:t>
    </dgm:pt>
    <dgm:pt modelId="{A1C1D667-A6AB-4F8D-A265-C006028ABF94}" type="sibTrans" cxnId="{0C4E0E33-11B3-4F87-AD8E-7D84CCB6C2BE}">
      <dgm:prSet/>
      <dgm:spPr/>
      <dgm:t>
        <a:bodyPr/>
        <a:lstStyle/>
        <a:p>
          <a:endParaRPr lang="en-US"/>
        </a:p>
      </dgm:t>
    </dgm:pt>
    <dgm:pt modelId="{5B59479D-E49E-4A7D-B6A0-DAC0ABC89A50}" type="pres">
      <dgm:prSet presAssocID="{09A6D57A-B434-4743-82F1-0FE65AAF0DB1}" presName="linear" presStyleCnt="0">
        <dgm:presLayoutVars>
          <dgm:animLvl val="lvl"/>
          <dgm:resizeHandles val="exact"/>
        </dgm:presLayoutVars>
      </dgm:prSet>
      <dgm:spPr/>
    </dgm:pt>
    <dgm:pt modelId="{3461AF0D-64F7-4B33-8FF7-853EC4474662}" type="pres">
      <dgm:prSet presAssocID="{8116E0A1-5ABA-4572-9F60-9D3E764488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0D17DCA-8AAC-45C2-A87F-22A1AA13839A}" type="pres">
      <dgm:prSet presAssocID="{4DE51D06-AD21-49CD-A660-D30B1B7B8C6D}" presName="spacer" presStyleCnt="0"/>
      <dgm:spPr/>
    </dgm:pt>
    <dgm:pt modelId="{86F66DB3-5414-4217-B2EB-71F0DEB36E5B}" type="pres">
      <dgm:prSet presAssocID="{027543C0-13D7-483F-AAD1-544C3CD3F09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2CA4D4E-C436-40C7-95A1-90469A939D72}" type="pres">
      <dgm:prSet presAssocID="{CAF45853-83DC-4B9D-A50E-9163B59D1123}" presName="spacer" presStyleCnt="0"/>
      <dgm:spPr/>
    </dgm:pt>
    <dgm:pt modelId="{701BBBA4-8D47-4FE2-9E82-E06DBB93EB77}" type="pres">
      <dgm:prSet presAssocID="{A01565A4-F67E-4E31-AFFF-91570674BCD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60FADF9-07E8-4374-8D60-CA54CC98AFC7}" type="pres">
      <dgm:prSet presAssocID="{065FF78C-F4CF-47DE-8791-03DF4FD827EA}" presName="spacer" presStyleCnt="0"/>
      <dgm:spPr/>
    </dgm:pt>
    <dgm:pt modelId="{31811521-D94C-4D6A-A853-2E1659888B1C}" type="pres">
      <dgm:prSet presAssocID="{474FCB04-631A-41A7-B120-5D2C59D309D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C9C3720-4165-4083-942D-AF98E0FF1446}" type="pres">
      <dgm:prSet presAssocID="{13A01D19-3C95-40D8-84BE-528517BC3A3F}" presName="spacer" presStyleCnt="0"/>
      <dgm:spPr/>
    </dgm:pt>
    <dgm:pt modelId="{3891FA32-55FA-47E0-975B-3361AC891A1D}" type="pres">
      <dgm:prSet presAssocID="{A0A37AAD-5C66-4B18-B1DD-FE12E8D3FBC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02C430B-1BEB-4A7D-9BCE-4570EEA5D910}" srcId="{09A6D57A-B434-4743-82F1-0FE65AAF0DB1}" destId="{474FCB04-631A-41A7-B120-5D2C59D309DD}" srcOrd="3" destOrd="0" parTransId="{743A702D-56AA-4620-9688-4F9EBA0C05FC}" sibTransId="{13A01D19-3C95-40D8-84BE-528517BC3A3F}"/>
    <dgm:cxn modelId="{04ACAA30-7D58-438A-9FF7-87DD64940D7C}" srcId="{09A6D57A-B434-4743-82F1-0FE65AAF0DB1}" destId="{A01565A4-F67E-4E31-AFFF-91570674BCDF}" srcOrd="2" destOrd="0" parTransId="{218FEF86-9447-49B7-A82C-85196F127E7E}" sibTransId="{065FF78C-F4CF-47DE-8791-03DF4FD827EA}"/>
    <dgm:cxn modelId="{0C4E0E33-11B3-4F87-AD8E-7D84CCB6C2BE}" srcId="{09A6D57A-B434-4743-82F1-0FE65AAF0DB1}" destId="{A0A37AAD-5C66-4B18-B1DD-FE12E8D3FBCD}" srcOrd="4" destOrd="0" parTransId="{0737166C-250F-4928-A132-F2F3A972C994}" sibTransId="{A1C1D667-A6AB-4F8D-A265-C006028ABF94}"/>
    <dgm:cxn modelId="{A7B67F3F-8812-42F3-ACBA-ABF3A327041C}" type="presOf" srcId="{A0A37AAD-5C66-4B18-B1DD-FE12E8D3FBCD}" destId="{3891FA32-55FA-47E0-975B-3361AC891A1D}" srcOrd="0" destOrd="0" presId="urn:microsoft.com/office/officeart/2005/8/layout/vList2"/>
    <dgm:cxn modelId="{BC8D5344-58CF-4389-9B61-C97ADFD6F6A2}" type="presOf" srcId="{474FCB04-631A-41A7-B120-5D2C59D309DD}" destId="{31811521-D94C-4D6A-A853-2E1659888B1C}" srcOrd="0" destOrd="0" presId="urn:microsoft.com/office/officeart/2005/8/layout/vList2"/>
    <dgm:cxn modelId="{183B0453-F56D-4A01-AA04-13A25BD7BE32}" type="presOf" srcId="{A01565A4-F67E-4E31-AFFF-91570674BCDF}" destId="{701BBBA4-8D47-4FE2-9E82-E06DBB93EB77}" srcOrd="0" destOrd="0" presId="urn:microsoft.com/office/officeart/2005/8/layout/vList2"/>
    <dgm:cxn modelId="{BDDE6C93-DABE-481A-B421-650D0F25F5F3}" type="presOf" srcId="{027543C0-13D7-483F-AAD1-544C3CD3F09A}" destId="{86F66DB3-5414-4217-B2EB-71F0DEB36E5B}" srcOrd="0" destOrd="0" presId="urn:microsoft.com/office/officeart/2005/8/layout/vList2"/>
    <dgm:cxn modelId="{B202EFA0-7525-4BA8-BAB4-291A5CF32F07}" srcId="{09A6D57A-B434-4743-82F1-0FE65AAF0DB1}" destId="{027543C0-13D7-483F-AAD1-544C3CD3F09A}" srcOrd="1" destOrd="0" parTransId="{E91E94E5-1B08-48B4-A7B2-4DC90E989293}" sibTransId="{CAF45853-83DC-4B9D-A50E-9163B59D1123}"/>
    <dgm:cxn modelId="{2A1FEBB0-9107-4968-8258-04B223D8F27E}" type="presOf" srcId="{09A6D57A-B434-4743-82F1-0FE65AAF0DB1}" destId="{5B59479D-E49E-4A7D-B6A0-DAC0ABC89A50}" srcOrd="0" destOrd="0" presId="urn:microsoft.com/office/officeart/2005/8/layout/vList2"/>
    <dgm:cxn modelId="{F72D77D9-C479-4983-97F5-6F13658DE599}" srcId="{09A6D57A-B434-4743-82F1-0FE65AAF0DB1}" destId="{8116E0A1-5ABA-4572-9F60-9D3E764488D7}" srcOrd="0" destOrd="0" parTransId="{AD8EF555-CB05-4A91-91E7-A8CBC4FC126C}" sibTransId="{4DE51D06-AD21-49CD-A660-D30B1B7B8C6D}"/>
    <dgm:cxn modelId="{1EE5F4E6-E979-47E4-BF26-B082E96B6FFF}" type="presOf" srcId="{8116E0A1-5ABA-4572-9F60-9D3E764488D7}" destId="{3461AF0D-64F7-4B33-8FF7-853EC4474662}" srcOrd="0" destOrd="0" presId="urn:microsoft.com/office/officeart/2005/8/layout/vList2"/>
    <dgm:cxn modelId="{FDE5B2B9-CE94-4AA6-94AC-2EC5FD348FA4}" type="presParOf" srcId="{5B59479D-E49E-4A7D-B6A0-DAC0ABC89A50}" destId="{3461AF0D-64F7-4B33-8FF7-853EC4474662}" srcOrd="0" destOrd="0" presId="urn:microsoft.com/office/officeart/2005/8/layout/vList2"/>
    <dgm:cxn modelId="{E2DAE0C2-911F-4CC7-9D39-3B0606FE58E9}" type="presParOf" srcId="{5B59479D-E49E-4A7D-B6A0-DAC0ABC89A50}" destId="{D0D17DCA-8AAC-45C2-A87F-22A1AA13839A}" srcOrd="1" destOrd="0" presId="urn:microsoft.com/office/officeart/2005/8/layout/vList2"/>
    <dgm:cxn modelId="{D544BE45-DF5D-40A7-9431-A15FC7169F26}" type="presParOf" srcId="{5B59479D-E49E-4A7D-B6A0-DAC0ABC89A50}" destId="{86F66DB3-5414-4217-B2EB-71F0DEB36E5B}" srcOrd="2" destOrd="0" presId="urn:microsoft.com/office/officeart/2005/8/layout/vList2"/>
    <dgm:cxn modelId="{F06B6BCA-AEDA-4977-8290-CC5C2E831E99}" type="presParOf" srcId="{5B59479D-E49E-4A7D-B6A0-DAC0ABC89A50}" destId="{02CA4D4E-C436-40C7-95A1-90469A939D72}" srcOrd="3" destOrd="0" presId="urn:microsoft.com/office/officeart/2005/8/layout/vList2"/>
    <dgm:cxn modelId="{81E00768-25DB-4F44-B8AA-89C66713CFF0}" type="presParOf" srcId="{5B59479D-E49E-4A7D-B6A0-DAC0ABC89A50}" destId="{701BBBA4-8D47-4FE2-9E82-E06DBB93EB77}" srcOrd="4" destOrd="0" presId="urn:microsoft.com/office/officeart/2005/8/layout/vList2"/>
    <dgm:cxn modelId="{ADC236F5-B0BB-4669-AD6D-E679EEFBD828}" type="presParOf" srcId="{5B59479D-E49E-4A7D-B6A0-DAC0ABC89A50}" destId="{060FADF9-07E8-4374-8D60-CA54CC98AFC7}" srcOrd="5" destOrd="0" presId="urn:microsoft.com/office/officeart/2005/8/layout/vList2"/>
    <dgm:cxn modelId="{D7935094-0A80-401A-A411-4C6A54672438}" type="presParOf" srcId="{5B59479D-E49E-4A7D-B6A0-DAC0ABC89A50}" destId="{31811521-D94C-4D6A-A853-2E1659888B1C}" srcOrd="6" destOrd="0" presId="urn:microsoft.com/office/officeart/2005/8/layout/vList2"/>
    <dgm:cxn modelId="{032FFBFD-2F84-45DC-AE20-4642495695C3}" type="presParOf" srcId="{5B59479D-E49E-4A7D-B6A0-DAC0ABC89A50}" destId="{8C9C3720-4165-4083-942D-AF98E0FF1446}" srcOrd="7" destOrd="0" presId="urn:microsoft.com/office/officeart/2005/8/layout/vList2"/>
    <dgm:cxn modelId="{FF8E9B27-80D5-4D12-95E2-858BD070AB3A}" type="presParOf" srcId="{5B59479D-E49E-4A7D-B6A0-DAC0ABC89A50}" destId="{3891FA32-55FA-47E0-975B-3361AC891A1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831F8C-27F0-4537-85D9-30D2FA2F06B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D9E673-3755-4390-96B5-A29742356540}">
      <dgm:prSet/>
      <dgm:spPr/>
      <dgm:t>
        <a:bodyPr/>
        <a:lstStyle/>
        <a:p>
          <a:r>
            <a:rPr lang="en-US"/>
            <a:t>Ohjelmistotaso: virustorjunta, palomuurit, käyttöoikeudet, salaukset</a:t>
          </a:r>
        </a:p>
      </dgm:t>
    </dgm:pt>
    <dgm:pt modelId="{2E08B2AB-FE7D-489C-ACC5-3C0C13281E89}" type="parTrans" cxnId="{BC555C56-4808-4C50-8C74-791C023F9023}">
      <dgm:prSet/>
      <dgm:spPr/>
      <dgm:t>
        <a:bodyPr/>
        <a:lstStyle/>
        <a:p>
          <a:endParaRPr lang="en-US"/>
        </a:p>
      </dgm:t>
    </dgm:pt>
    <dgm:pt modelId="{12E35C4F-1E94-472D-A041-0EE17E8B86D3}" type="sibTrans" cxnId="{BC555C56-4808-4C50-8C74-791C023F9023}">
      <dgm:prSet/>
      <dgm:spPr/>
      <dgm:t>
        <a:bodyPr/>
        <a:lstStyle/>
        <a:p>
          <a:endParaRPr lang="en-US"/>
        </a:p>
      </dgm:t>
    </dgm:pt>
    <dgm:pt modelId="{B50A8BB1-8867-47E3-9C6E-148944F42E12}">
      <dgm:prSet/>
      <dgm:spPr/>
      <dgm:t>
        <a:bodyPr/>
        <a:lstStyle/>
        <a:p>
          <a:r>
            <a:rPr lang="en-US"/>
            <a:t>Laitetaso: fyysinen suojaus, varmuuskopiot, BIOS/UEFI</a:t>
          </a:r>
        </a:p>
      </dgm:t>
    </dgm:pt>
    <dgm:pt modelId="{A3101F5B-2F1F-439F-A00B-A6B7DE148D62}" type="parTrans" cxnId="{6C2308EF-711D-4D66-A3F4-57719BB0CA8F}">
      <dgm:prSet/>
      <dgm:spPr/>
      <dgm:t>
        <a:bodyPr/>
        <a:lstStyle/>
        <a:p>
          <a:endParaRPr lang="en-US"/>
        </a:p>
      </dgm:t>
    </dgm:pt>
    <dgm:pt modelId="{10834C4B-D5F6-4D43-BEED-C3AE04763A0E}" type="sibTrans" cxnId="{6C2308EF-711D-4D66-A3F4-57719BB0CA8F}">
      <dgm:prSet/>
      <dgm:spPr/>
      <dgm:t>
        <a:bodyPr/>
        <a:lstStyle/>
        <a:p>
          <a:endParaRPr lang="en-US"/>
        </a:p>
      </dgm:t>
    </dgm:pt>
    <dgm:pt modelId="{1A8106C7-CE58-4244-9AF5-33F3D1EC0FC2}">
      <dgm:prSet/>
      <dgm:spPr/>
      <dgm:t>
        <a:bodyPr/>
        <a:lstStyle/>
        <a:p>
          <a:r>
            <a:rPr lang="en-US"/>
            <a:t>Organisatoriset toimet: salasanapolitiikat, koulutus, käyttövalvonta</a:t>
          </a:r>
        </a:p>
      </dgm:t>
    </dgm:pt>
    <dgm:pt modelId="{7181B946-F063-496F-880E-CBA819C7F1E7}" type="parTrans" cxnId="{7D6C6C5F-7BAA-4130-AD3A-3B77AB9B817D}">
      <dgm:prSet/>
      <dgm:spPr/>
      <dgm:t>
        <a:bodyPr/>
        <a:lstStyle/>
        <a:p>
          <a:endParaRPr lang="en-US"/>
        </a:p>
      </dgm:t>
    </dgm:pt>
    <dgm:pt modelId="{1206DF87-9DA9-4537-82A0-E7C5664291C0}" type="sibTrans" cxnId="{7D6C6C5F-7BAA-4130-AD3A-3B77AB9B817D}">
      <dgm:prSet/>
      <dgm:spPr/>
      <dgm:t>
        <a:bodyPr/>
        <a:lstStyle/>
        <a:p>
          <a:endParaRPr lang="en-US"/>
        </a:p>
      </dgm:t>
    </dgm:pt>
    <dgm:pt modelId="{42A7390F-D62D-47E4-99B0-4C121D34EBCE}" type="pres">
      <dgm:prSet presAssocID="{A0831F8C-27F0-4537-85D9-30D2FA2F06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12884C-844B-4B15-8180-EA9E12732D4B}" type="pres">
      <dgm:prSet presAssocID="{C5D9E673-3755-4390-96B5-A29742356540}" presName="hierRoot1" presStyleCnt="0"/>
      <dgm:spPr/>
    </dgm:pt>
    <dgm:pt modelId="{6D3EA8C0-A3A3-4273-98AC-F4C817DB18BF}" type="pres">
      <dgm:prSet presAssocID="{C5D9E673-3755-4390-96B5-A29742356540}" presName="composite" presStyleCnt="0"/>
      <dgm:spPr/>
    </dgm:pt>
    <dgm:pt modelId="{1653DC66-78E2-4D3E-B699-6C959F2B92FB}" type="pres">
      <dgm:prSet presAssocID="{C5D9E673-3755-4390-96B5-A29742356540}" presName="background" presStyleLbl="node0" presStyleIdx="0" presStyleCnt="3"/>
      <dgm:spPr/>
    </dgm:pt>
    <dgm:pt modelId="{612438C4-A009-402D-8271-ABA3D86702AB}" type="pres">
      <dgm:prSet presAssocID="{C5D9E673-3755-4390-96B5-A29742356540}" presName="text" presStyleLbl="fgAcc0" presStyleIdx="0" presStyleCnt="3">
        <dgm:presLayoutVars>
          <dgm:chPref val="3"/>
        </dgm:presLayoutVars>
      </dgm:prSet>
      <dgm:spPr/>
    </dgm:pt>
    <dgm:pt modelId="{7CB95D15-BF30-463D-8BE8-205A633F51C1}" type="pres">
      <dgm:prSet presAssocID="{C5D9E673-3755-4390-96B5-A29742356540}" presName="hierChild2" presStyleCnt="0"/>
      <dgm:spPr/>
    </dgm:pt>
    <dgm:pt modelId="{AA0164DF-DD0B-4865-A0C6-B9489A96B14B}" type="pres">
      <dgm:prSet presAssocID="{B50A8BB1-8867-47E3-9C6E-148944F42E12}" presName="hierRoot1" presStyleCnt="0"/>
      <dgm:spPr/>
    </dgm:pt>
    <dgm:pt modelId="{6531E9AF-57CA-4860-9C05-58748889544A}" type="pres">
      <dgm:prSet presAssocID="{B50A8BB1-8867-47E3-9C6E-148944F42E12}" presName="composite" presStyleCnt="0"/>
      <dgm:spPr/>
    </dgm:pt>
    <dgm:pt modelId="{E7248A48-C78F-4C5B-A687-5C1A55808703}" type="pres">
      <dgm:prSet presAssocID="{B50A8BB1-8867-47E3-9C6E-148944F42E12}" presName="background" presStyleLbl="node0" presStyleIdx="1" presStyleCnt="3"/>
      <dgm:spPr/>
    </dgm:pt>
    <dgm:pt modelId="{5C8DB72A-705B-491C-B36F-6B26C1EB938C}" type="pres">
      <dgm:prSet presAssocID="{B50A8BB1-8867-47E3-9C6E-148944F42E12}" presName="text" presStyleLbl="fgAcc0" presStyleIdx="1" presStyleCnt="3">
        <dgm:presLayoutVars>
          <dgm:chPref val="3"/>
        </dgm:presLayoutVars>
      </dgm:prSet>
      <dgm:spPr/>
    </dgm:pt>
    <dgm:pt modelId="{1AB65C6D-318B-4E9F-8966-24A28A7AC33A}" type="pres">
      <dgm:prSet presAssocID="{B50A8BB1-8867-47E3-9C6E-148944F42E12}" presName="hierChild2" presStyleCnt="0"/>
      <dgm:spPr/>
    </dgm:pt>
    <dgm:pt modelId="{76613488-F72F-41F5-ACBE-7BE83D020056}" type="pres">
      <dgm:prSet presAssocID="{1A8106C7-CE58-4244-9AF5-33F3D1EC0FC2}" presName="hierRoot1" presStyleCnt="0"/>
      <dgm:spPr/>
    </dgm:pt>
    <dgm:pt modelId="{0378E7CE-3273-4D67-9F48-71719FC0D6F9}" type="pres">
      <dgm:prSet presAssocID="{1A8106C7-CE58-4244-9AF5-33F3D1EC0FC2}" presName="composite" presStyleCnt="0"/>
      <dgm:spPr/>
    </dgm:pt>
    <dgm:pt modelId="{5BC88E79-CB94-4A01-A37E-044330E59045}" type="pres">
      <dgm:prSet presAssocID="{1A8106C7-CE58-4244-9AF5-33F3D1EC0FC2}" presName="background" presStyleLbl="node0" presStyleIdx="2" presStyleCnt="3"/>
      <dgm:spPr/>
    </dgm:pt>
    <dgm:pt modelId="{DA386DAB-E33E-486C-B439-9A7A3693417B}" type="pres">
      <dgm:prSet presAssocID="{1A8106C7-CE58-4244-9AF5-33F3D1EC0FC2}" presName="text" presStyleLbl="fgAcc0" presStyleIdx="2" presStyleCnt="3">
        <dgm:presLayoutVars>
          <dgm:chPref val="3"/>
        </dgm:presLayoutVars>
      </dgm:prSet>
      <dgm:spPr/>
    </dgm:pt>
    <dgm:pt modelId="{3C14E76E-7D1D-4985-8D8C-3200F411688D}" type="pres">
      <dgm:prSet presAssocID="{1A8106C7-CE58-4244-9AF5-33F3D1EC0FC2}" presName="hierChild2" presStyleCnt="0"/>
      <dgm:spPr/>
    </dgm:pt>
  </dgm:ptLst>
  <dgm:cxnLst>
    <dgm:cxn modelId="{0B1E3325-EBDB-4FDD-ABC4-0F39F7DF64E6}" type="presOf" srcId="{C5D9E673-3755-4390-96B5-A29742356540}" destId="{612438C4-A009-402D-8271-ABA3D86702AB}" srcOrd="0" destOrd="0" presId="urn:microsoft.com/office/officeart/2005/8/layout/hierarchy1"/>
    <dgm:cxn modelId="{00E8B22B-7C28-42A6-A99F-BED083FD65B2}" type="presOf" srcId="{A0831F8C-27F0-4537-85D9-30D2FA2F06BD}" destId="{42A7390F-D62D-47E4-99B0-4C121D34EBCE}" srcOrd="0" destOrd="0" presId="urn:microsoft.com/office/officeart/2005/8/layout/hierarchy1"/>
    <dgm:cxn modelId="{7D6C6C5F-7BAA-4130-AD3A-3B77AB9B817D}" srcId="{A0831F8C-27F0-4537-85D9-30D2FA2F06BD}" destId="{1A8106C7-CE58-4244-9AF5-33F3D1EC0FC2}" srcOrd="2" destOrd="0" parTransId="{7181B946-F063-496F-880E-CBA819C7F1E7}" sibTransId="{1206DF87-9DA9-4537-82A0-E7C5664291C0}"/>
    <dgm:cxn modelId="{BC555C56-4808-4C50-8C74-791C023F9023}" srcId="{A0831F8C-27F0-4537-85D9-30D2FA2F06BD}" destId="{C5D9E673-3755-4390-96B5-A29742356540}" srcOrd="0" destOrd="0" parTransId="{2E08B2AB-FE7D-489C-ACC5-3C0C13281E89}" sibTransId="{12E35C4F-1E94-472D-A041-0EE17E8B86D3}"/>
    <dgm:cxn modelId="{82019996-6EB3-4543-B773-5002445CDD11}" type="presOf" srcId="{B50A8BB1-8867-47E3-9C6E-148944F42E12}" destId="{5C8DB72A-705B-491C-B36F-6B26C1EB938C}" srcOrd="0" destOrd="0" presId="urn:microsoft.com/office/officeart/2005/8/layout/hierarchy1"/>
    <dgm:cxn modelId="{E68401D9-DA70-4111-84DD-CD9A0CF01188}" type="presOf" srcId="{1A8106C7-CE58-4244-9AF5-33F3D1EC0FC2}" destId="{DA386DAB-E33E-486C-B439-9A7A3693417B}" srcOrd="0" destOrd="0" presId="urn:microsoft.com/office/officeart/2005/8/layout/hierarchy1"/>
    <dgm:cxn modelId="{6C2308EF-711D-4D66-A3F4-57719BB0CA8F}" srcId="{A0831F8C-27F0-4537-85D9-30D2FA2F06BD}" destId="{B50A8BB1-8867-47E3-9C6E-148944F42E12}" srcOrd="1" destOrd="0" parTransId="{A3101F5B-2F1F-439F-A00B-A6B7DE148D62}" sibTransId="{10834C4B-D5F6-4D43-BEED-C3AE04763A0E}"/>
    <dgm:cxn modelId="{E58D711E-11C0-4A54-AA80-402519B61C7E}" type="presParOf" srcId="{42A7390F-D62D-47E4-99B0-4C121D34EBCE}" destId="{0312884C-844B-4B15-8180-EA9E12732D4B}" srcOrd="0" destOrd="0" presId="urn:microsoft.com/office/officeart/2005/8/layout/hierarchy1"/>
    <dgm:cxn modelId="{5E67EA89-721D-47BA-8D38-105C4F057395}" type="presParOf" srcId="{0312884C-844B-4B15-8180-EA9E12732D4B}" destId="{6D3EA8C0-A3A3-4273-98AC-F4C817DB18BF}" srcOrd="0" destOrd="0" presId="urn:microsoft.com/office/officeart/2005/8/layout/hierarchy1"/>
    <dgm:cxn modelId="{3838B4FF-52A2-4A26-B68F-AE25DDD22D9B}" type="presParOf" srcId="{6D3EA8C0-A3A3-4273-98AC-F4C817DB18BF}" destId="{1653DC66-78E2-4D3E-B699-6C959F2B92FB}" srcOrd="0" destOrd="0" presId="urn:microsoft.com/office/officeart/2005/8/layout/hierarchy1"/>
    <dgm:cxn modelId="{02917F32-D374-45DD-83D4-625994F4D569}" type="presParOf" srcId="{6D3EA8C0-A3A3-4273-98AC-F4C817DB18BF}" destId="{612438C4-A009-402D-8271-ABA3D86702AB}" srcOrd="1" destOrd="0" presId="urn:microsoft.com/office/officeart/2005/8/layout/hierarchy1"/>
    <dgm:cxn modelId="{6A4747B8-2B60-4C31-BCE2-FEB2D8D6704B}" type="presParOf" srcId="{0312884C-844B-4B15-8180-EA9E12732D4B}" destId="{7CB95D15-BF30-463D-8BE8-205A633F51C1}" srcOrd="1" destOrd="0" presId="urn:microsoft.com/office/officeart/2005/8/layout/hierarchy1"/>
    <dgm:cxn modelId="{99210787-89A3-465D-B139-3309A6DDC639}" type="presParOf" srcId="{42A7390F-D62D-47E4-99B0-4C121D34EBCE}" destId="{AA0164DF-DD0B-4865-A0C6-B9489A96B14B}" srcOrd="1" destOrd="0" presId="urn:microsoft.com/office/officeart/2005/8/layout/hierarchy1"/>
    <dgm:cxn modelId="{75EF04A9-41A9-408C-BE49-735EA4978233}" type="presParOf" srcId="{AA0164DF-DD0B-4865-A0C6-B9489A96B14B}" destId="{6531E9AF-57CA-4860-9C05-58748889544A}" srcOrd="0" destOrd="0" presId="urn:microsoft.com/office/officeart/2005/8/layout/hierarchy1"/>
    <dgm:cxn modelId="{3575C1D6-D120-4274-920B-C6B7B3C8CD1B}" type="presParOf" srcId="{6531E9AF-57CA-4860-9C05-58748889544A}" destId="{E7248A48-C78F-4C5B-A687-5C1A55808703}" srcOrd="0" destOrd="0" presId="urn:microsoft.com/office/officeart/2005/8/layout/hierarchy1"/>
    <dgm:cxn modelId="{41A59624-0555-48AB-BFE0-575C2E814895}" type="presParOf" srcId="{6531E9AF-57CA-4860-9C05-58748889544A}" destId="{5C8DB72A-705B-491C-B36F-6B26C1EB938C}" srcOrd="1" destOrd="0" presId="urn:microsoft.com/office/officeart/2005/8/layout/hierarchy1"/>
    <dgm:cxn modelId="{57646359-BB70-4CE8-AB6B-10A9E541DE89}" type="presParOf" srcId="{AA0164DF-DD0B-4865-A0C6-B9489A96B14B}" destId="{1AB65C6D-318B-4E9F-8966-24A28A7AC33A}" srcOrd="1" destOrd="0" presId="urn:microsoft.com/office/officeart/2005/8/layout/hierarchy1"/>
    <dgm:cxn modelId="{64D2DC36-38F9-46C5-850F-A4A06C71F6E8}" type="presParOf" srcId="{42A7390F-D62D-47E4-99B0-4C121D34EBCE}" destId="{76613488-F72F-41F5-ACBE-7BE83D020056}" srcOrd="2" destOrd="0" presId="urn:microsoft.com/office/officeart/2005/8/layout/hierarchy1"/>
    <dgm:cxn modelId="{8EB19634-6B62-4C01-9238-B1E613F922E6}" type="presParOf" srcId="{76613488-F72F-41F5-ACBE-7BE83D020056}" destId="{0378E7CE-3273-4D67-9F48-71719FC0D6F9}" srcOrd="0" destOrd="0" presId="urn:microsoft.com/office/officeart/2005/8/layout/hierarchy1"/>
    <dgm:cxn modelId="{598051BA-B3ED-4E74-9233-D794532E1558}" type="presParOf" srcId="{0378E7CE-3273-4D67-9F48-71719FC0D6F9}" destId="{5BC88E79-CB94-4A01-A37E-044330E59045}" srcOrd="0" destOrd="0" presId="urn:microsoft.com/office/officeart/2005/8/layout/hierarchy1"/>
    <dgm:cxn modelId="{88E4C78F-F0EF-4415-9AD5-6367F5A54CEA}" type="presParOf" srcId="{0378E7CE-3273-4D67-9F48-71719FC0D6F9}" destId="{DA386DAB-E33E-486C-B439-9A7A3693417B}" srcOrd="1" destOrd="0" presId="urn:microsoft.com/office/officeart/2005/8/layout/hierarchy1"/>
    <dgm:cxn modelId="{E1A9C51B-0CC3-41F5-8329-6F01E24B388A}" type="presParOf" srcId="{76613488-F72F-41F5-ACBE-7BE83D020056}" destId="{3C14E76E-7D1D-4985-8D8C-3200F41168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0C9FF4-2088-4789-BAC7-92C2F0920440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5FEAA35A-E2C5-4A68-BD80-A2CA893A9626}">
      <dgm:prSet/>
      <dgm:spPr/>
      <dgm:t>
        <a:bodyPr/>
        <a:lstStyle/>
        <a:p>
          <a:r>
            <a:rPr lang="en-US"/>
            <a:t>Pelaajat poistavat usein virustorjunnan parantaakseen suorituskykyä</a:t>
          </a:r>
        </a:p>
      </dgm:t>
    </dgm:pt>
    <dgm:pt modelId="{28B70161-4937-4185-B68A-6E5E5D726A8E}" type="parTrans" cxnId="{BAA4760F-A441-4151-BC27-D9065B3A9603}">
      <dgm:prSet/>
      <dgm:spPr/>
      <dgm:t>
        <a:bodyPr/>
        <a:lstStyle/>
        <a:p>
          <a:endParaRPr lang="en-US"/>
        </a:p>
      </dgm:t>
    </dgm:pt>
    <dgm:pt modelId="{D3475CAA-7963-4807-8435-7DDD6AAC5A2F}" type="sibTrans" cxnId="{BAA4760F-A441-4151-BC27-D9065B3A9603}">
      <dgm:prSet/>
      <dgm:spPr/>
      <dgm:t>
        <a:bodyPr/>
        <a:lstStyle/>
        <a:p>
          <a:endParaRPr lang="en-US"/>
        </a:p>
      </dgm:t>
    </dgm:pt>
    <dgm:pt modelId="{3BFFC49B-30BD-48CE-81D8-BA75A4160D82}">
      <dgm:prSet/>
      <dgm:spPr/>
      <dgm:t>
        <a:bodyPr/>
        <a:lstStyle/>
        <a:p>
          <a:r>
            <a:rPr lang="en-US"/>
            <a:t>Tämä voi altistaa laitteen haittaohjelmille ja hyökkäyksille</a:t>
          </a:r>
        </a:p>
      </dgm:t>
    </dgm:pt>
    <dgm:pt modelId="{F8B86373-E7BA-4738-A24C-4CE2CED2597E}" type="parTrans" cxnId="{5F3505C4-4F19-4F0E-B15B-196D38A3CEE7}">
      <dgm:prSet/>
      <dgm:spPr/>
      <dgm:t>
        <a:bodyPr/>
        <a:lstStyle/>
        <a:p>
          <a:endParaRPr lang="en-US"/>
        </a:p>
      </dgm:t>
    </dgm:pt>
    <dgm:pt modelId="{A4B50D2F-25B0-40CD-B297-AAF973755235}" type="sibTrans" cxnId="{5F3505C4-4F19-4F0E-B15B-196D38A3CEE7}">
      <dgm:prSet/>
      <dgm:spPr/>
      <dgm:t>
        <a:bodyPr/>
        <a:lstStyle/>
        <a:p>
          <a:endParaRPr lang="en-US"/>
        </a:p>
      </dgm:t>
    </dgm:pt>
    <dgm:pt modelId="{B62AE926-64DB-4941-BCF4-61742CDBBC69}">
      <dgm:prSet/>
      <dgm:spPr/>
      <dgm:t>
        <a:bodyPr/>
        <a:lstStyle/>
        <a:p>
          <a:r>
            <a:rPr lang="en-US"/>
            <a:t>Usein virustorjunnassa on pelitila, joka säilyttää suojan ilman häiriöitä</a:t>
          </a:r>
        </a:p>
      </dgm:t>
    </dgm:pt>
    <dgm:pt modelId="{A5FACAD0-2D4D-4F6D-8766-56CCE425AA51}" type="parTrans" cxnId="{F7CABE4A-8967-4642-8A5C-F3654D735181}">
      <dgm:prSet/>
      <dgm:spPr/>
      <dgm:t>
        <a:bodyPr/>
        <a:lstStyle/>
        <a:p>
          <a:endParaRPr lang="en-US"/>
        </a:p>
      </dgm:t>
    </dgm:pt>
    <dgm:pt modelId="{6C1726C4-B486-4B0F-A133-E69D6740DA85}" type="sibTrans" cxnId="{F7CABE4A-8967-4642-8A5C-F3654D735181}">
      <dgm:prSet/>
      <dgm:spPr/>
      <dgm:t>
        <a:bodyPr/>
        <a:lstStyle/>
        <a:p>
          <a:endParaRPr lang="en-US"/>
        </a:p>
      </dgm:t>
    </dgm:pt>
    <dgm:pt modelId="{CBD2B4D8-F7F3-49E5-AC39-F79E05C01A02}" type="pres">
      <dgm:prSet presAssocID="{3C0C9FF4-2088-4789-BAC7-92C2F0920440}" presName="diagram" presStyleCnt="0">
        <dgm:presLayoutVars>
          <dgm:dir/>
          <dgm:resizeHandles val="exact"/>
        </dgm:presLayoutVars>
      </dgm:prSet>
      <dgm:spPr/>
    </dgm:pt>
    <dgm:pt modelId="{BDFA4125-C1B3-48A4-9EE2-43025BA6F7F2}" type="pres">
      <dgm:prSet presAssocID="{5FEAA35A-E2C5-4A68-BD80-A2CA893A9626}" presName="node" presStyleLbl="node1" presStyleIdx="0" presStyleCnt="3">
        <dgm:presLayoutVars>
          <dgm:bulletEnabled val="1"/>
        </dgm:presLayoutVars>
      </dgm:prSet>
      <dgm:spPr/>
    </dgm:pt>
    <dgm:pt modelId="{4F216011-DE28-4514-9F0B-C5BE1496D9BB}" type="pres">
      <dgm:prSet presAssocID="{D3475CAA-7963-4807-8435-7DDD6AAC5A2F}" presName="sibTrans" presStyleCnt="0"/>
      <dgm:spPr/>
    </dgm:pt>
    <dgm:pt modelId="{187F2C46-8F97-4C5F-82C4-D80218E09B11}" type="pres">
      <dgm:prSet presAssocID="{3BFFC49B-30BD-48CE-81D8-BA75A4160D82}" presName="node" presStyleLbl="node1" presStyleIdx="1" presStyleCnt="3">
        <dgm:presLayoutVars>
          <dgm:bulletEnabled val="1"/>
        </dgm:presLayoutVars>
      </dgm:prSet>
      <dgm:spPr/>
    </dgm:pt>
    <dgm:pt modelId="{678BD546-6709-4B39-9737-C0C7955A49A5}" type="pres">
      <dgm:prSet presAssocID="{A4B50D2F-25B0-40CD-B297-AAF973755235}" presName="sibTrans" presStyleCnt="0"/>
      <dgm:spPr/>
    </dgm:pt>
    <dgm:pt modelId="{8A54F9D0-1ECA-49B1-B645-0A9BD1AF3746}" type="pres">
      <dgm:prSet presAssocID="{B62AE926-64DB-4941-BCF4-61742CDBBC69}" presName="node" presStyleLbl="node1" presStyleIdx="2" presStyleCnt="3">
        <dgm:presLayoutVars>
          <dgm:bulletEnabled val="1"/>
        </dgm:presLayoutVars>
      </dgm:prSet>
      <dgm:spPr/>
    </dgm:pt>
  </dgm:ptLst>
  <dgm:cxnLst>
    <dgm:cxn modelId="{BAA4760F-A441-4151-BC27-D9065B3A9603}" srcId="{3C0C9FF4-2088-4789-BAC7-92C2F0920440}" destId="{5FEAA35A-E2C5-4A68-BD80-A2CA893A9626}" srcOrd="0" destOrd="0" parTransId="{28B70161-4937-4185-B68A-6E5E5D726A8E}" sibTransId="{D3475CAA-7963-4807-8435-7DDD6AAC5A2F}"/>
    <dgm:cxn modelId="{0571F412-B585-4555-8EEE-AA01F6E4E7BB}" type="presOf" srcId="{B62AE926-64DB-4941-BCF4-61742CDBBC69}" destId="{8A54F9D0-1ECA-49B1-B645-0A9BD1AF3746}" srcOrd="0" destOrd="0" presId="urn:microsoft.com/office/officeart/2005/8/layout/default"/>
    <dgm:cxn modelId="{5E88041D-870D-49AB-8EA4-28C4323784CF}" type="presOf" srcId="{3BFFC49B-30BD-48CE-81D8-BA75A4160D82}" destId="{187F2C46-8F97-4C5F-82C4-D80218E09B11}" srcOrd="0" destOrd="0" presId="urn:microsoft.com/office/officeart/2005/8/layout/default"/>
    <dgm:cxn modelId="{88553440-C208-427D-860E-10A304448A27}" type="presOf" srcId="{3C0C9FF4-2088-4789-BAC7-92C2F0920440}" destId="{CBD2B4D8-F7F3-49E5-AC39-F79E05C01A02}" srcOrd="0" destOrd="0" presId="urn:microsoft.com/office/officeart/2005/8/layout/default"/>
    <dgm:cxn modelId="{F7CABE4A-8967-4642-8A5C-F3654D735181}" srcId="{3C0C9FF4-2088-4789-BAC7-92C2F0920440}" destId="{B62AE926-64DB-4941-BCF4-61742CDBBC69}" srcOrd="2" destOrd="0" parTransId="{A5FACAD0-2D4D-4F6D-8766-56CCE425AA51}" sibTransId="{6C1726C4-B486-4B0F-A133-E69D6740DA85}"/>
    <dgm:cxn modelId="{AA4C5FA3-C83D-44FB-B61F-9B1235DDEE48}" type="presOf" srcId="{5FEAA35A-E2C5-4A68-BD80-A2CA893A9626}" destId="{BDFA4125-C1B3-48A4-9EE2-43025BA6F7F2}" srcOrd="0" destOrd="0" presId="urn:microsoft.com/office/officeart/2005/8/layout/default"/>
    <dgm:cxn modelId="{5F3505C4-4F19-4F0E-B15B-196D38A3CEE7}" srcId="{3C0C9FF4-2088-4789-BAC7-92C2F0920440}" destId="{3BFFC49B-30BD-48CE-81D8-BA75A4160D82}" srcOrd="1" destOrd="0" parTransId="{F8B86373-E7BA-4738-A24C-4CE2CED2597E}" sibTransId="{A4B50D2F-25B0-40CD-B297-AAF973755235}"/>
    <dgm:cxn modelId="{3C8CC823-1F89-41A3-BFB5-A73990C0620B}" type="presParOf" srcId="{CBD2B4D8-F7F3-49E5-AC39-F79E05C01A02}" destId="{BDFA4125-C1B3-48A4-9EE2-43025BA6F7F2}" srcOrd="0" destOrd="0" presId="urn:microsoft.com/office/officeart/2005/8/layout/default"/>
    <dgm:cxn modelId="{51791F52-2340-4337-BF7B-434C892867FE}" type="presParOf" srcId="{CBD2B4D8-F7F3-49E5-AC39-F79E05C01A02}" destId="{4F216011-DE28-4514-9F0B-C5BE1496D9BB}" srcOrd="1" destOrd="0" presId="urn:microsoft.com/office/officeart/2005/8/layout/default"/>
    <dgm:cxn modelId="{E13D3F32-EF8E-4F3B-A76F-126CB329EDAF}" type="presParOf" srcId="{CBD2B4D8-F7F3-49E5-AC39-F79E05C01A02}" destId="{187F2C46-8F97-4C5F-82C4-D80218E09B11}" srcOrd="2" destOrd="0" presId="urn:microsoft.com/office/officeart/2005/8/layout/default"/>
    <dgm:cxn modelId="{59CB9114-747F-4F3F-A8B7-C4E48EA8C8B4}" type="presParOf" srcId="{CBD2B4D8-F7F3-49E5-AC39-F79E05C01A02}" destId="{678BD546-6709-4B39-9737-C0C7955A49A5}" srcOrd="3" destOrd="0" presId="urn:microsoft.com/office/officeart/2005/8/layout/default"/>
    <dgm:cxn modelId="{C148E65B-7661-45C6-B79E-2AEDF68B0307}" type="presParOf" srcId="{CBD2B4D8-F7F3-49E5-AC39-F79E05C01A02}" destId="{8A54F9D0-1ECA-49B1-B645-0A9BD1AF374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E5FBD2-4737-49B3-8177-56FBD248259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DEC3A9-E021-4500-AB2B-2FB5C55DA19E}">
      <dgm:prSet/>
      <dgm:spPr/>
      <dgm:t>
        <a:bodyPr/>
        <a:lstStyle/>
        <a:p>
          <a:r>
            <a:rPr lang="en-US"/>
            <a:t>Ota käyttöön virustorjunnan pelitila (Game Mode)</a:t>
          </a:r>
        </a:p>
      </dgm:t>
    </dgm:pt>
    <dgm:pt modelId="{090149ED-DF98-4C24-A083-3F2DD157DC58}" type="parTrans" cxnId="{29C2CFF5-9466-4352-8ADE-DB8D2EBD8549}">
      <dgm:prSet/>
      <dgm:spPr/>
      <dgm:t>
        <a:bodyPr/>
        <a:lstStyle/>
        <a:p>
          <a:endParaRPr lang="en-US"/>
        </a:p>
      </dgm:t>
    </dgm:pt>
    <dgm:pt modelId="{0E6C32AE-B78F-4560-B4E8-30CBB334483C}" type="sibTrans" cxnId="{29C2CFF5-9466-4352-8ADE-DB8D2EBD8549}">
      <dgm:prSet/>
      <dgm:spPr/>
      <dgm:t>
        <a:bodyPr/>
        <a:lstStyle/>
        <a:p>
          <a:endParaRPr lang="en-US"/>
        </a:p>
      </dgm:t>
    </dgm:pt>
    <dgm:pt modelId="{18D52E62-C32F-4113-B6BE-C0DAD7CBCA6A}">
      <dgm:prSet/>
      <dgm:spPr/>
      <dgm:t>
        <a:bodyPr/>
        <a:lstStyle/>
        <a:p>
          <a:r>
            <a:rPr lang="en-US"/>
            <a:t>Pidä järjestelmä ja pelit ajan tasalla</a:t>
          </a:r>
        </a:p>
      </dgm:t>
    </dgm:pt>
    <dgm:pt modelId="{F54BC1F3-3B57-4D70-9DE6-E3522D7D323B}" type="parTrans" cxnId="{D66D1603-1B04-401E-88D8-D229EFAF0533}">
      <dgm:prSet/>
      <dgm:spPr/>
      <dgm:t>
        <a:bodyPr/>
        <a:lstStyle/>
        <a:p>
          <a:endParaRPr lang="en-US"/>
        </a:p>
      </dgm:t>
    </dgm:pt>
    <dgm:pt modelId="{13E05497-40E0-4C31-9D69-A7220BB55B48}" type="sibTrans" cxnId="{D66D1603-1B04-401E-88D8-D229EFAF0533}">
      <dgm:prSet/>
      <dgm:spPr/>
      <dgm:t>
        <a:bodyPr/>
        <a:lstStyle/>
        <a:p>
          <a:endParaRPr lang="en-US"/>
        </a:p>
      </dgm:t>
    </dgm:pt>
    <dgm:pt modelId="{5DD0A094-72DE-4C29-81EA-7932270F1F65}">
      <dgm:prSet/>
      <dgm:spPr/>
      <dgm:t>
        <a:bodyPr/>
        <a:lstStyle/>
        <a:p>
          <a:r>
            <a:rPr lang="en-US"/>
            <a:t>Vältä epävirallisia pelilatauksia tai modeja</a:t>
          </a:r>
        </a:p>
      </dgm:t>
    </dgm:pt>
    <dgm:pt modelId="{747EB881-385E-4244-91C3-3500FB939E28}" type="parTrans" cxnId="{D2E3FFFB-27EA-4D89-A11D-200891311E7D}">
      <dgm:prSet/>
      <dgm:spPr/>
      <dgm:t>
        <a:bodyPr/>
        <a:lstStyle/>
        <a:p>
          <a:endParaRPr lang="en-US"/>
        </a:p>
      </dgm:t>
    </dgm:pt>
    <dgm:pt modelId="{393C8755-A87C-4BA2-8EA9-96B6F5686C54}" type="sibTrans" cxnId="{D2E3FFFB-27EA-4D89-A11D-200891311E7D}">
      <dgm:prSet/>
      <dgm:spPr/>
      <dgm:t>
        <a:bodyPr/>
        <a:lstStyle/>
        <a:p>
          <a:endParaRPr lang="en-US"/>
        </a:p>
      </dgm:t>
    </dgm:pt>
    <dgm:pt modelId="{75A83ACA-7A16-41ED-8DF4-BD6BEA0B8AE3}" type="pres">
      <dgm:prSet presAssocID="{A8E5FBD2-4737-49B3-8177-56FBD24825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2562CD-746F-4D14-AEF6-1F89EA69F83C}" type="pres">
      <dgm:prSet presAssocID="{BBDEC3A9-E021-4500-AB2B-2FB5C55DA19E}" presName="hierRoot1" presStyleCnt="0"/>
      <dgm:spPr/>
    </dgm:pt>
    <dgm:pt modelId="{F4658874-4DBC-441B-96C8-4CB3A238A214}" type="pres">
      <dgm:prSet presAssocID="{BBDEC3A9-E021-4500-AB2B-2FB5C55DA19E}" presName="composite" presStyleCnt="0"/>
      <dgm:spPr/>
    </dgm:pt>
    <dgm:pt modelId="{605EF793-C5D9-40A8-8150-75B15A31997E}" type="pres">
      <dgm:prSet presAssocID="{BBDEC3A9-E021-4500-AB2B-2FB5C55DA19E}" presName="background" presStyleLbl="node0" presStyleIdx="0" presStyleCnt="3"/>
      <dgm:spPr/>
    </dgm:pt>
    <dgm:pt modelId="{FE2B3A48-7D7B-4C38-8C3C-E16E8AEAD10E}" type="pres">
      <dgm:prSet presAssocID="{BBDEC3A9-E021-4500-AB2B-2FB5C55DA19E}" presName="text" presStyleLbl="fgAcc0" presStyleIdx="0" presStyleCnt="3">
        <dgm:presLayoutVars>
          <dgm:chPref val="3"/>
        </dgm:presLayoutVars>
      </dgm:prSet>
      <dgm:spPr/>
    </dgm:pt>
    <dgm:pt modelId="{D08FA16A-BA76-4EA7-B285-C90743E74914}" type="pres">
      <dgm:prSet presAssocID="{BBDEC3A9-E021-4500-AB2B-2FB5C55DA19E}" presName="hierChild2" presStyleCnt="0"/>
      <dgm:spPr/>
    </dgm:pt>
    <dgm:pt modelId="{AA3BCD06-2001-4ECD-B5A3-27D9FE3B7188}" type="pres">
      <dgm:prSet presAssocID="{18D52E62-C32F-4113-B6BE-C0DAD7CBCA6A}" presName="hierRoot1" presStyleCnt="0"/>
      <dgm:spPr/>
    </dgm:pt>
    <dgm:pt modelId="{D7E1551F-F251-463C-9769-915459028E21}" type="pres">
      <dgm:prSet presAssocID="{18D52E62-C32F-4113-B6BE-C0DAD7CBCA6A}" presName="composite" presStyleCnt="0"/>
      <dgm:spPr/>
    </dgm:pt>
    <dgm:pt modelId="{7C57DA0A-60C3-496B-B3BC-B2C71535C627}" type="pres">
      <dgm:prSet presAssocID="{18D52E62-C32F-4113-B6BE-C0DAD7CBCA6A}" presName="background" presStyleLbl="node0" presStyleIdx="1" presStyleCnt="3"/>
      <dgm:spPr/>
    </dgm:pt>
    <dgm:pt modelId="{AA3F393B-CFDD-4E64-9341-F0DB6D6B7EC2}" type="pres">
      <dgm:prSet presAssocID="{18D52E62-C32F-4113-B6BE-C0DAD7CBCA6A}" presName="text" presStyleLbl="fgAcc0" presStyleIdx="1" presStyleCnt="3">
        <dgm:presLayoutVars>
          <dgm:chPref val="3"/>
        </dgm:presLayoutVars>
      </dgm:prSet>
      <dgm:spPr/>
    </dgm:pt>
    <dgm:pt modelId="{B4056FA3-AC2B-4DA4-B0F4-E1E81F869096}" type="pres">
      <dgm:prSet presAssocID="{18D52E62-C32F-4113-B6BE-C0DAD7CBCA6A}" presName="hierChild2" presStyleCnt="0"/>
      <dgm:spPr/>
    </dgm:pt>
    <dgm:pt modelId="{1BAA443C-443D-493A-8BE7-E240E6D4347A}" type="pres">
      <dgm:prSet presAssocID="{5DD0A094-72DE-4C29-81EA-7932270F1F65}" presName="hierRoot1" presStyleCnt="0"/>
      <dgm:spPr/>
    </dgm:pt>
    <dgm:pt modelId="{51132B40-45FC-4512-B07A-D552CFDC54AC}" type="pres">
      <dgm:prSet presAssocID="{5DD0A094-72DE-4C29-81EA-7932270F1F65}" presName="composite" presStyleCnt="0"/>
      <dgm:spPr/>
    </dgm:pt>
    <dgm:pt modelId="{D8B53874-0CE7-4DA5-9751-824C4CE647F1}" type="pres">
      <dgm:prSet presAssocID="{5DD0A094-72DE-4C29-81EA-7932270F1F65}" presName="background" presStyleLbl="node0" presStyleIdx="2" presStyleCnt="3"/>
      <dgm:spPr/>
    </dgm:pt>
    <dgm:pt modelId="{ECEDB5E2-BE67-462D-8CC8-458175E6866C}" type="pres">
      <dgm:prSet presAssocID="{5DD0A094-72DE-4C29-81EA-7932270F1F65}" presName="text" presStyleLbl="fgAcc0" presStyleIdx="2" presStyleCnt="3">
        <dgm:presLayoutVars>
          <dgm:chPref val="3"/>
        </dgm:presLayoutVars>
      </dgm:prSet>
      <dgm:spPr/>
    </dgm:pt>
    <dgm:pt modelId="{A894E967-3BE0-42B3-B017-594B6824B763}" type="pres">
      <dgm:prSet presAssocID="{5DD0A094-72DE-4C29-81EA-7932270F1F65}" presName="hierChild2" presStyleCnt="0"/>
      <dgm:spPr/>
    </dgm:pt>
  </dgm:ptLst>
  <dgm:cxnLst>
    <dgm:cxn modelId="{D66D1603-1B04-401E-88D8-D229EFAF0533}" srcId="{A8E5FBD2-4737-49B3-8177-56FBD2482590}" destId="{18D52E62-C32F-4113-B6BE-C0DAD7CBCA6A}" srcOrd="1" destOrd="0" parTransId="{F54BC1F3-3B57-4D70-9DE6-E3522D7D323B}" sibTransId="{13E05497-40E0-4C31-9D69-A7220BB55B48}"/>
    <dgm:cxn modelId="{A0A03D12-C35C-40C3-82D7-0919FE47910C}" type="presOf" srcId="{BBDEC3A9-E021-4500-AB2B-2FB5C55DA19E}" destId="{FE2B3A48-7D7B-4C38-8C3C-E16E8AEAD10E}" srcOrd="0" destOrd="0" presId="urn:microsoft.com/office/officeart/2005/8/layout/hierarchy1"/>
    <dgm:cxn modelId="{F6A8E850-C7C2-4C09-8296-B1418ABE0A07}" type="presOf" srcId="{18D52E62-C32F-4113-B6BE-C0DAD7CBCA6A}" destId="{AA3F393B-CFDD-4E64-9341-F0DB6D6B7EC2}" srcOrd="0" destOrd="0" presId="urn:microsoft.com/office/officeart/2005/8/layout/hierarchy1"/>
    <dgm:cxn modelId="{DF6669DD-1B04-44D5-BC5B-6AC4168FBFE0}" type="presOf" srcId="{A8E5FBD2-4737-49B3-8177-56FBD2482590}" destId="{75A83ACA-7A16-41ED-8DF4-BD6BEA0B8AE3}" srcOrd="0" destOrd="0" presId="urn:microsoft.com/office/officeart/2005/8/layout/hierarchy1"/>
    <dgm:cxn modelId="{2BCFDDEE-A4F5-4F84-B1D0-4C267F940FB9}" type="presOf" srcId="{5DD0A094-72DE-4C29-81EA-7932270F1F65}" destId="{ECEDB5E2-BE67-462D-8CC8-458175E6866C}" srcOrd="0" destOrd="0" presId="urn:microsoft.com/office/officeart/2005/8/layout/hierarchy1"/>
    <dgm:cxn modelId="{29C2CFF5-9466-4352-8ADE-DB8D2EBD8549}" srcId="{A8E5FBD2-4737-49B3-8177-56FBD2482590}" destId="{BBDEC3A9-E021-4500-AB2B-2FB5C55DA19E}" srcOrd="0" destOrd="0" parTransId="{090149ED-DF98-4C24-A083-3F2DD157DC58}" sibTransId="{0E6C32AE-B78F-4560-B4E8-30CBB334483C}"/>
    <dgm:cxn modelId="{D2E3FFFB-27EA-4D89-A11D-200891311E7D}" srcId="{A8E5FBD2-4737-49B3-8177-56FBD2482590}" destId="{5DD0A094-72DE-4C29-81EA-7932270F1F65}" srcOrd="2" destOrd="0" parTransId="{747EB881-385E-4244-91C3-3500FB939E28}" sibTransId="{393C8755-A87C-4BA2-8EA9-96B6F5686C54}"/>
    <dgm:cxn modelId="{044953A8-B6E8-4B5A-A46A-5086B7183DBA}" type="presParOf" srcId="{75A83ACA-7A16-41ED-8DF4-BD6BEA0B8AE3}" destId="{A02562CD-746F-4D14-AEF6-1F89EA69F83C}" srcOrd="0" destOrd="0" presId="urn:microsoft.com/office/officeart/2005/8/layout/hierarchy1"/>
    <dgm:cxn modelId="{37112E46-BC93-4B4F-9607-E2BAC13CD12A}" type="presParOf" srcId="{A02562CD-746F-4D14-AEF6-1F89EA69F83C}" destId="{F4658874-4DBC-441B-96C8-4CB3A238A214}" srcOrd="0" destOrd="0" presId="urn:microsoft.com/office/officeart/2005/8/layout/hierarchy1"/>
    <dgm:cxn modelId="{B4BF6372-8788-4288-90F5-9C52CEB0F05F}" type="presParOf" srcId="{F4658874-4DBC-441B-96C8-4CB3A238A214}" destId="{605EF793-C5D9-40A8-8150-75B15A31997E}" srcOrd="0" destOrd="0" presId="urn:microsoft.com/office/officeart/2005/8/layout/hierarchy1"/>
    <dgm:cxn modelId="{F357A292-814D-4E53-9DB3-52A30212148C}" type="presParOf" srcId="{F4658874-4DBC-441B-96C8-4CB3A238A214}" destId="{FE2B3A48-7D7B-4C38-8C3C-E16E8AEAD10E}" srcOrd="1" destOrd="0" presId="urn:microsoft.com/office/officeart/2005/8/layout/hierarchy1"/>
    <dgm:cxn modelId="{534CE0FD-63D7-49C4-9EBB-7B2A85FCA089}" type="presParOf" srcId="{A02562CD-746F-4D14-AEF6-1F89EA69F83C}" destId="{D08FA16A-BA76-4EA7-B285-C90743E74914}" srcOrd="1" destOrd="0" presId="urn:microsoft.com/office/officeart/2005/8/layout/hierarchy1"/>
    <dgm:cxn modelId="{BF240452-721E-4DF6-9279-A7B59471FF55}" type="presParOf" srcId="{75A83ACA-7A16-41ED-8DF4-BD6BEA0B8AE3}" destId="{AA3BCD06-2001-4ECD-B5A3-27D9FE3B7188}" srcOrd="1" destOrd="0" presId="urn:microsoft.com/office/officeart/2005/8/layout/hierarchy1"/>
    <dgm:cxn modelId="{90E53AEE-74CC-45F0-8E3A-4E440F56FDC2}" type="presParOf" srcId="{AA3BCD06-2001-4ECD-B5A3-27D9FE3B7188}" destId="{D7E1551F-F251-463C-9769-915459028E21}" srcOrd="0" destOrd="0" presId="urn:microsoft.com/office/officeart/2005/8/layout/hierarchy1"/>
    <dgm:cxn modelId="{81A306F5-EDD8-4B23-83D5-CC4833DAB1DF}" type="presParOf" srcId="{D7E1551F-F251-463C-9769-915459028E21}" destId="{7C57DA0A-60C3-496B-B3BC-B2C71535C627}" srcOrd="0" destOrd="0" presId="urn:microsoft.com/office/officeart/2005/8/layout/hierarchy1"/>
    <dgm:cxn modelId="{51EB41BD-526B-4B1A-947F-4720395867A1}" type="presParOf" srcId="{D7E1551F-F251-463C-9769-915459028E21}" destId="{AA3F393B-CFDD-4E64-9341-F0DB6D6B7EC2}" srcOrd="1" destOrd="0" presId="urn:microsoft.com/office/officeart/2005/8/layout/hierarchy1"/>
    <dgm:cxn modelId="{78F7630A-A128-49FE-84B8-DBC1361D972F}" type="presParOf" srcId="{AA3BCD06-2001-4ECD-B5A3-27D9FE3B7188}" destId="{B4056FA3-AC2B-4DA4-B0F4-E1E81F869096}" srcOrd="1" destOrd="0" presId="urn:microsoft.com/office/officeart/2005/8/layout/hierarchy1"/>
    <dgm:cxn modelId="{DD1D8A3A-5CD7-4F77-AC27-DDEC3780E5E5}" type="presParOf" srcId="{75A83ACA-7A16-41ED-8DF4-BD6BEA0B8AE3}" destId="{1BAA443C-443D-493A-8BE7-E240E6D4347A}" srcOrd="2" destOrd="0" presId="urn:microsoft.com/office/officeart/2005/8/layout/hierarchy1"/>
    <dgm:cxn modelId="{DB0726D1-CF88-4A8E-B142-7CDCCBBBB20F}" type="presParOf" srcId="{1BAA443C-443D-493A-8BE7-E240E6D4347A}" destId="{51132B40-45FC-4512-B07A-D552CFDC54AC}" srcOrd="0" destOrd="0" presId="urn:microsoft.com/office/officeart/2005/8/layout/hierarchy1"/>
    <dgm:cxn modelId="{EF45C4AD-B9EB-42B2-A1B1-70D5E603A5AE}" type="presParOf" srcId="{51132B40-45FC-4512-B07A-D552CFDC54AC}" destId="{D8B53874-0CE7-4DA5-9751-824C4CE647F1}" srcOrd="0" destOrd="0" presId="urn:microsoft.com/office/officeart/2005/8/layout/hierarchy1"/>
    <dgm:cxn modelId="{61990B81-2819-44ED-80B8-F0BC990FADE1}" type="presParOf" srcId="{51132B40-45FC-4512-B07A-D552CFDC54AC}" destId="{ECEDB5E2-BE67-462D-8CC8-458175E6866C}" srcOrd="1" destOrd="0" presId="urn:microsoft.com/office/officeart/2005/8/layout/hierarchy1"/>
    <dgm:cxn modelId="{98EC6BD2-15D9-4E4A-965D-ABBF048AC0E9}" type="presParOf" srcId="{1BAA443C-443D-493A-8BE7-E240E6D4347A}" destId="{A894E967-3BE0-42B3-B017-594B6824B7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BF3ED9-0E69-41F6-9F55-120B6DDBCD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7A32BC-8B46-416E-BFDD-6DEE28887F49}">
      <dgm:prSet/>
      <dgm:spPr/>
      <dgm:t>
        <a:bodyPr/>
        <a:lstStyle/>
        <a:p>
          <a:r>
            <a:rPr lang="en-US"/>
            <a:t>Palomuuri valvoo ja säätelee sisään- ja ulosmenevää verkkoliikennettä</a:t>
          </a:r>
        </a:p>
      </dgm:t>
    </dgm:pt>
    <dgm:pt modelId="{84A7EE42-5FAC-41B8-8D6D-29100D265175}" type="parTrans" cxnId="{B234EF91-EB2D-4623-8DA0-078E08C7F3CE}">
      <dgm:prSet/>
      <dgm:spPr/>
      <dgm:t>
        <a:bodyPr/>
        <a:lstStyle/>
        <a:p>
          <a:endParaRPr lang="en-US"/>
        </a:p>
      </dgm:t>
    </dgm:pt>
    <dgm:pt modelId="{AC5FC388-F1C9-4440-BC12-0E1F64355895}" type="sibTrans" cxnId="{B234EF91-EB2D-4623-8DA0-078E08C7F3CE}">
      <dgm:prSet/>
      <dgm:spPr/>
      <dgm:t>
        <a:bodyPr/>
        <a:lstStyle/>
        <a:p>
          <a:endParaRPr lang="en-US"/>
        </a:p>
      </dgm:t>
    </dgm:pt>
    <dgm:pt modelId="{9FE33D15-06DA-4164-9597-07B10DE0A612}">
      <dgm:prSet/>
      <dgm:spPr/>
      <dgm:t>
        <a:bodyPr/>
        <a:lstStyle/>
        <a:p>
          <a:r>
            <a:rPr lang="en-US"/>
            <a:t>Estää luvattomat yhteydet ja suojaa tietokonetta hyökkäyksiltä</a:t>
          </a:r>
        </a:p>
      </dgm:t>
    </dgm:pt>
    <dgm:pt modelId="{2DDC4037-9748-474F-9AA2-392B0FC6CC3E}" type="parTrans" cxnId="{B0159ED4-CA1F-47A4-BD6E-2BC0BBF574D7}">
      <dgm:prSet/>
      <dgm:spPr/>
      <dgm:t>
        <a:bodyPr/>
        <a:lstStyle/>
        <a:p>
          <a:endParaRPr lang="en-US"/>
        </a:p>
      </dgm:t>
    </dgm:pt>
    <dgm:pt modelId="{5369C8B9-5690-4118-80B1-7C46285E3128}" type="sibTrans" cxnId="{B0159ED4-CA1F-47A4-BD6E-2BC0BBF574D7}">
      <dgm:prSet/>
      <dgm:spPr/>
      <dgm:t>
        <a:bodyPr/>
        <a:lstStyle/>
        <a:p>
          <a:endParaRPr lang="en-US"/>
        </a:p>
      </dgm:t>
    </dgm:pt>
    <dgm:pt modelId="{A3D53CA3-19D0-45D6-88CA-C80BC3F5C78C}">
      <dgm:prSet/>
      <dgm:spPr/>
      <dgm:t>
        <a:bodyPr/>
        <a:lstStyle/>
        <a:p>
          <a:r>
            <a:rPr lang="en-US"/>
            <a:t>Voi olla ohjelmallinen (esim. Windows Firewall) tai laitteistopohjainen (reititin)</a:t>
          </a:r>
        </a:p>
      </dgm:t>
    </dgm:pt>
    <dgm:pt modelId="{79680BC0-66C5-44BE-BDC4-6C44E5606F21}" type="parTrans" cxnId="{31F41EB8-AA59-4BFA-913E-7DF8F9D8FBF2}">
      <dgm:prSet/>
      <dgm:spPr/>
      <dgm:t>
        <a:bodyPr/>
        <a:lstStyle/>
        <a:p>
          <a:endParaRPr lang="en-US"/>
        </a:p>
      </dgm:t>
    </dgm:pt>
    <dgm:pt modelId="{FF4255E0-A41F-4CEB-BC73-A17EE0DE4CDB}" type="sibTrans" cxnId="{31F41EB8-AA59-4BFA-913E-7DF8F9D8FBF2}">
      <dgm:prSet/>
      <dgm:spPr/>
      <dgm:t>
        <a:bodyPr/>
        <a:lstStyle/>
        <a:p>
          <a:endParaRPr lang="en-US"/>
        </a:p>
      </dgm:t>
    </dgm:pt>
    <dgm:pt modelId="{9CA9C18C-F30A-489E-BF36-EC62417B15D5}" type="pres">
      <dgm:prSet presAssocID="{0ABF3ED9-0E69-41F6-9F55-120B6DDBCDB2}" presName="root" presStyleCnt="0">
        <dgm:presLayoutVars>
          <dgm:dir/>
          <dgm:resizeHandles val="exact"/>
        </dgm:presLayoutVars>
      </dgm:prSet>
      <dgm:spPr/>
    </dgm:pt>
    <dgm:pt modelId="{CD5A5526-E6B8-40A5-922A-4431C5C76537}" type="pres">
      <dgm:prSet presAssocID="{EC7A32BC-8B46-416E-BFDD-6DEE28887F49}" presName="compNode" presStyleCnt="0"/>
      <dgm:spPr/>
    </dgm:pt>
    <dgm:pt modelId="{3A26A48C-E921-4CA6-8417-F016F327CBA7}" type="pres">
      <dgm:prSet presAssocID="{EC7A32BC-8B46-416E-BFDD-6DEE28887F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hteys katkaistu"/>
        </a:ext>
      </dgm:extLst>
    </dgm:pt>
    <dgm:pt modelId="{D3C0EA77-DD50-47DA-8143-B8F267DCCDBB}" type="pres">
      <dgm:prSet presAssocID="{EC7A32BC-8B46-416E-BFDD-6DEE28887F49}" presName="spaceRect" presStyleCnt="0"/>
      <dgm:spPr/>
    </dgm:pt>
    <dgm:pt modelId="{F13660D9-268F-416C-811D-894E12D29854}" type="pres">
      <dgm:prSet presAssocID="{EC7A32BC-8B46-416E-BFDD-6DEE28887F49}" presName="textRect" presStyleLbl="revTx" presStyleIdx="0" presStyleCnt="3">
        <dgm:presLayoutVars>
          <dgm:chMax val="1"/>
          <dgm:chPref val="1"/>
        </dgm:presLayoutVars>
      </dgm:prSet>
      <dgm:spPr/>
    </dgm:pt>
    <dgm:pt modelId="{87743120-6C15-4879-BD74-7D2E00857065}" type="pres">
      <dgm:prSet presAssocID="{AC5FC388-F1C9-4440-BC12-0E1F64355895}" presName="sibTrans" presStyleCnt="0"/>
      <dgm:spPr/>
    </dgm:pt>
    <dgm:pt modelId="{DB1AD213-DFBE-409D-9E23-E3F7D0B7A86C}" type="pres">
      <dgm:prSet presAssocID="{9FE33D15-06DA-4164-9597-07B10DE0A612}" presName="compNode" presStyleCnt="0"/>
      <dgm:spPr/>
    </dgm:pt>
    <dgm:pt modelId="{DAC936F2-3D64-4AA9-9A89-E62C162929E3}" type="pres">
      <dgm:prSet presAssocID="{9FE33D15-06DA-4164-9597-07B10DE0A6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EEBFB64C-0D9A-40E6-8AAE-F5C4D8E08F3B}" type="pres">
      <dgm:prSet presAssocID="{9FE33D15-06DA-4164-9597-07B10DE0A612}" presName="spaceRect" presStyleCnt="0"/>
      <dgm:spPr/>
    </dgm:pt>
    <dgm:pt modelId="{EF713805-EA1B-44E1-AB85-E40703FEE22B}" type="pres">
      <dgm:prSet presAssocID="{9FE33D15-06DA-4164-9597-07B10DE0A612}" presName="textRect" presStyleLbl="revTx" presStyleIdx="1" presStyleCnt="3">
        <dgm:presLayoutVars>
          <dgm:chMax val="1"/>
          <dgm:chPref val="1"/>
        </dgm:presLayoutVars>
      </dgm:prSet>
      <dgm:spPr/>
    </dgm:pt>
    <dgm:pt modelId="{E94F1B03-2C96-490D-9525-BA85005BA9CB}" type="pres">
      <dgm:prSet presAssocID="{5369C8B9-5690-4118-80B1-7C46285E3128}" presName="sibTrans" presStyleCnt="0"/>
      <dgm:spPr/>
    </dgm:pt>
    <dgm:pt modelId="{23E156E3-A4A3-4037-AB9A-75058ACC2449}" type="pres">
      <dgm:prSet presAssocID="{A3D53CA3-19D0-45D6-88CA-C80BC3F5C78C}" presName="compNode" presStyleCnt="0"/>
      <dgm:spPr/>
    </dgm:pt>
    <dgm:pt modelId="{CE199D13-573D-4449-939F-06F33ACC59DD}" type="pres">
      <dgm:prSet presAssocID="{A3D53CA3-19D0-45D6-88CA-C80BC3F5C78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velin"/>
        </a:ext>
      </dgm:extLst>
    </dgm:pt>
    <dgm:pt modelId="{31671204-CEA9-4757-B583-8460ADFD00C1}" type="pres">
      <dgm:prSet presAssocID="{A3D53CA3-19D0-45D6-88CA-C80BC3F5C78C}" presName="spaceRect" presStyleCnt="0"/>
      <dgm:spPr/>
    </dgm:pt>
    <dgm:pt modelId="{B8A5A312-CFAF-42BF-8EE9-B318A0C95A60}" type="pres">
      <dgm:prSet presAssocID="{A3D53CA3-19D0-45D6-88CA-C80BC3F5C7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5E50E64-2476-4D58-B7F0-B1925CD28EF5}" type="presOf" srcId="{0ABF3ED9-0E69-41F6-9F55-120B6DDBCDB2}" destId="{9CA9C18C-F30A-489E-BF36-EC62417B15D5}" srcOrd="0" destOrd="0" presId="urn:microsoft.com/office/officeart/2018/2/layout/IconLabelList"/>
    <dgm:cxn modelId="{365C014E-9789-43C2-BE92-AFF4B5E9B565}" type="presOf" srcId="{EC7A32BC-8B46-416E-BFDD-6DEE28887F49}" destId="{F13660D9-268F-416C-811D-894E12D29854}" srcOrd="0" destOrd="0" presId="urn:microsoft.com/office/officeart/2018/2/layout/IconLabelList"/>
    <dgm:cxn modelId="{05DB5E4F-95D6-4120-BDC2-E0569EC82CC7}" type="presOf" srcId="{A3D53CA3-19D0-45D6-88CA-C80BC3F5C78C}" destId="{B8A5A312-CFAF-42BF-8EE9-B318A0C95A60}" srcOrd="0" destOrd="0" presId="urn:microsoft.com/office/officeart/2018/2/layout/IconLabelList"/>
    <dgm:cxn modelId="{B234EF91-EB2D-4623-8DA0-078E08C7F3CE}" srcId="{0ABF3ED9-0E69-41F6-9F55-120B6DDBCDB2}" destId="{EC7A32BC-8B46-416E-BFDD-6DEE28887F49}" srcOrd="0" destOrd="0" parTransId="{84A7EE42-5FAC-41B8-8D6D-29100D265175}" sibTransId="{AC5FC388-F1C9-4440-BC12-0E1F64355895}"/>
    <dgm:cxn modelId="{7C7EE8AE-FB01-497E-836B-4B136DB4CDB0}" type="presOf" srcId="{9FE33D15-06DA-4164-9597-07B10DE0A612}" destId="{EF713805-EA1B-44E1-AB85-E40703FEE22B}" srcOrd="0" destOrd="0" presId="urn:microsoft.com/office/officeart/2018/2/layout/IconLabelList"/>
    <dgm:cxn modelId="{31F41EB8-AA59-4BFA-913E-7DF8F9D8FBF2}" srcId="{0ABF3ED9-0E69-41F6-9F55-120B6DDBCDB2}" destId="{A3D53CA3-19D0-45D6-88CA-C80BC3F5C78C}" srcOrd="2" destOrd="0" parTransId="{79680BC0-66C5-44BE-BDC4-6C44E5606F21}" sibTransId="{FF4255E0-A41F-4CEB-BC73-A17EE0DE4CDB}"/>
    <dgm:cxn modelId="{B0159ED4-CA1F-47A4-BD6E-2BC0BBF574D7}" srcId="{0ABF3ED9-0E69-41F6-9F55-120B6DDBCDB2}" destId="{9FE33D15-06DA-4164-9597-07B10DE0A612}" srcOrd="1" destOrd="0" parTransId="{2DDC4037-9748-474F-9AA2-392B0FC6CC3E}" sibTransId="{5369C8B9-5690-4118-80B1-7C46285E3128}"/>
    <dgm:cxn modelId="{EA48F172-3DF2-4743-ABF4-9FB5A97E6F2F}" type="presParOf" srcId="{9CA9C18C-F30A-489E-BF36-EC62417B15D5}" destId="{CD5A5526-E6B8-40A5-922A-4431C5C76537}" srcOrd="0" destOrd="0" presId="urn:microsoft.com/office/officeart/2018/2/layout/IconLabelList"/>
    <dgm:cxn modelId="{0B207EDA-95D4-44E8-9474-8304D62586DF}" type="presParOf" srcId="{CD5A5526-E6B8-40A5-922A-4431C5C76537}" destId="{3A26A48C-E921-4CA6-8417-F016F327CBA7}" srcOrd="0" destOrd="0" presId="urn:microsoft.com/office/officeart/2018/2/layout/IconLabelList"/>
    <dgm:cxn modelId="{1098FAD1-E2F8-4D18-B496-83E250B52EA7}" type="presParOf" srcId="{CD5A5526-E6B8-40A5-922A-4431C5C76537}" destId="{D3C0EA77-DD50-47DA-8143-B8F267DCCDBB}" srcOrd="1" destOrd="0" presId="urn:microsoft.com/office/officeart/2018/2/layout/IconLabelList"/>
    <dgm:cxn modelId="{85D4110D-6EFB-4ECE-B6B0-53D12AD199A7}" type="presParOf" srcId="{CD5A5526-E6B8-40A5-922A-4431C5C76537}" destId="{F13660D9-268F-416C-811D-894E12D29854}" srcOrd="2" destOrd="0" presId="urn:microsoft.com/office/officeart/2018/2/layout/IconLabelList"/>
    <dgm:cxn modelId="{ACAE3DF1-7CFE-49AE-A415-133F9FC1F47C}" type="presParOf" srcId="{9CA9C18C-F30A-489E-BF36-EC62417B15D5}" destId="{87743120-6C15-4879-BD74-7D2E00857065}" srcOrd="1" destOrd="0" presId="urn:microsoft.com/office/officeart/2018/2/layout/IconLabelList"/>
    <dgm:cxn modelId="{52F0850D-3CD4-47AB-B1BD-14F8B683086B}" type="presParOf" srcId="{9CA9C18C-F30A-489E-BF36-EC62417B15D5}" destId="{DB1AD213-DFBE-409D-9E23-E3F7D0B7A86C}" srcOrd="2" destOrd="0" presId="urn:microsoft.com/office/officeart/2018/2/layout/IconLabelList"/>
    <dgm:cxn modelId="{A329D03D-6F22-41AE-9489-FD5675D6BDEF}" type="presParOf" srcId="{DB1AD213-DFBE-409D-9E23-E3F7D0B7A86C}" destId="{DAC936F2-3D64-4AA9-9A89-E62C162929E3}" srcOrd="0" destOrd="0" presId="urn:microsoft.com/office/officeart/2018/2/layout/IconLabelList"/>
    <dgm:cxn modelId="{F7D7B46F-A7B9-4418-8E9E-60023753FEA9}" type="presParOf" srcId="{DB1AD213-DFBE-409D-9E23-E3F7D0B7A86C}" destId="{EEBFB64C-0D9A-40E6-8AAE-F5C4D8E08F3B}" srcOrd="1" destOrd="0" presId="urn:microsoft.com/office/officeart/2018/2/layout/IconLabelList"/>
    <dgm:cxn modelId="{8B41AD23-0C47-43BC-B647-392E5EAB7EF7}" type="presParOf" srcId="{DB1AD213-DFBE-409D-9E23-E3F7D0B7A86C}" destId="{EF713805-EA1B-44E1-AB85-E40703FEE22B}" srcOrd="2" destOrd="0" presId="urn:microsoft.com/office/officeart/2018/2/layout/IconLabelList"/>
    <dgm:cxn modelId="{4DA3E309-1E34-4547-8E37-E1F1B2839242}" type="presParOf" srcId="{9CA9C18C-F30A-489E-BF36-EC62417B15D5}" destId="{E94F1B03-2C96-490D-9525-BA85005BA9CB}" srcOrd="3" destOrd="0" presId="urn:microsoft.com/office/officeart/2018/2/layout/IconLabelList"/>
    <dgm:cxn modelId="{7D7C124A-5CE2-4583-8B41-536738266BE8}" type="presParOf" srcId="{9CA9C18C-F30A-489E-BF36-EC62417B15D5}" destId="{23E156E3-A4A3-4037-AB9A-75058ACC2449}" srcOrd="4" destOrd="0" presId="urn:microsoft.com/office/officeart/2018/2/layout/IconLabelList"/>
    <dgm:cxn modelId="{2CED18FA-27A8-4FDC-8CC9-77E10B85275D}" type="presParOf" srcId="{23E156E3-A4A3-4037-AB9A-75058ACC2449}" destId="{CE199D13-573D-4449-939F-06F33ACC59DD}" srcOrd="0" destOrd="0" presId="urn:microsoft.com/office/officeart/2018/2/layout/IconLabelList"/>
    <dgm:cxn modelId="{2E648BFC-D195-4F9B-A7C7-25F930873583}" type="presParOf" srcId="{23E156E3-A4A3-4037-AB9A-75058ACC2449}" destId="{31671204-CEA9-4757-B583-8460ADFD00C1}" srcOrd="1" destOrd="0" presId="urn:microsoft.com/office/officeart/2018/2/layout/IconLabelList"/>
    <dgm:cxn modelId="{16B0E591-08C0-4B9F-8162-C7FAE514FD23}" type="presParOf" srcId="{23E156E3-A4A3-4037-AB9A-75058ACC2449}" destId="{B8A5A312-CFAF-42BF-8EE9-B318A0C95A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8FEB13-7485-4C6D-9141-A1A5EEB7BFC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C1B854-E6D3-40F3-9FA6-FBD80FB548FB}">
      <dgm:prSet/>
      <dgm:spPr/>
      <dgm:t>
        <a:bodyPr/>
        <a:lstStyle/>
        <a:p>
          <a:r>
            <a:rPr lang="en-US"/>
            <a:t>Portit ovat numerokohtaisia 'ovia' verkkoliikenteelle (esim. portti 443 = HTTPS)</a:t>
          </a:r>
        </a:p>
      </dgm:t>
    </dgm:pt>
    <dgm:pt modelId="{3429C65A-3BC9-4531-B371-BFF02BE3D84B}" type="parTrans" cxnId="{815BDABB-7A30-4DCB-B9E1-E4BA1D83CBC0}">
      <dgm:prSet/>
      <dgm:spPr/>
      <dgm:t>
        <a:bodyPr/>
        <a:lstStyle/>
        <a:p>
          <a:endParaRPr lang="en-US"/>
        </a:p>
      </dgm:t>
    </dgm:pt>
    <dgm:pt modelId="{114E6FC7-4E28-4222-9B16-7593BB9E921D}" type="sibTrans" cxnId="{815BDABB-7A30-4DCB-B9E1-E4BA1D83CBC0}">
      <dgm:prSet/>
      <dgm:spPr/>
      <dgm:t>
        <a:bodyPr/>
        <a:lstStyle/>
        <a:p>
          <a:endParaRPr lang="en-US"/>
        </a:p>
      </dgm:t>
    </dgm:pt>
    <dgm:pt modelId="{2390A6CE-B546-4F1E-8101-A3FFFD84F136}">
      <dgm:prSet/>
      <dgm:spPr/>
      <dgm:t>
        <a:bodyPr/>
        <a:lstStyle/>
        <a:p>
          <a:r>
            <a:rPr lang="en-US"/>
            <a:t>Palomuuri voi sallia tai estää liikenteen tiettyjen porttien kautta</a:t>
          </a:r>
        </a:p>
      </dgm:t>
    </dgm:pt>
    <dgm:pt modelId="{9BAE0E1F-6519-489A-9436-53B0BF8BD448}" type="parTrans" cxnId="{B777013C-493C-4E4C-8783-4FDA46DC5A87}">
      <dgm:prSet/>
      <dgm:spPr/>
      <dgm:t>
        <a:bodyPr/>
        <a:lstStyle/>
        <a:p>
          <a:endParaRPr lang="en-US"/>
        </a:p>
      </dgm:t>
    </dgm:pt>
    <dgm:pt modelId="{9E92A65C-21D5-4362-997D-F6A91DA562AB}" type="sibTrans" cxnId="{B777013C-493C-4E4C-8783-4FDA46DC5A87}">
      <dgm:prSet/>
      <dgm:spPr/>
      <dgm:t>
        <a:bodyPr/>
        <a:lstStyle/>
        <a:p>
          <a:endParaRPr lang="en-US"/>
        </a:p>
      </dgm:t>
    </dgm:pt>
    <dgm:pt modelId="{18CB4C9C-BED4-426D-B11F-E1914AEA4C50}">
      <dgm:prSet/>
      <dgm:spPr/>
      <dgm:t>
        <a:bodyPr/>
        <a:lstStyle/>
        <a:p>
          <a:r>
            <a:rPr lang="en-US"/>
            <a:t>Oikein konfiguroitu palomuuri estää monia hyökkäyksiä</a:t>
          </a:r>
        </a:p>
      </dgm:t>
    </dgm:pt>
    <dgm:pt modelId="{8581A54C-8E50-4535-B41E-9C1ABA0CBE2F}" type="parTrans" cxnId="{AD64D08D-1893-4E57-8896-3290B2F120FD}">
      <dgm:prSet/>
      <dgm:spPr/>
      <dgm:t>
        <a:bodyPr/>
        <a:lstStyle/>
        <a:p>
          <a:endParaRPr lang="en-US"/>
        </a:p>
      </dgm:t>
    </dgm:pt>
    <dgm:pt modelId="{5AD2CE52-F0FD-4825-8C16-0A0F1089BA98}" type="sibTrans" cxnId="{AD64D08D-1893-4E57-8896-3290B2F120FD}">
      <dgm:prSet/>
      <dgm:spPr/>
      <dgm:t>
        <a:bodyPr/>
        <a:lstStyle/>
        <a:p>
          <a:endParaRPr lang="en-US"/>
        </a:p>
      </dgm:t>
    </dgm:pt>
    <dgm:pt modelId="{CE806D0D-7BEA-4C75-9199-0B6DAA651E6A}" type="pres">
      <dgm:prSet presAssocID="{498FEB13-7485-4C6D-9141-A1A5EEB7BFC2}" presName="linear" presStyleCnt="0">
        <dgm:presLayoutVars>
          <dgm:animLvl val="lvl"/>
          <dgm:resizeHandles val="exact"/>
        </dgm:presLayoutVars>
      </dgm:prSet>
      <dgm:spPr/>
    </dgm:pt>
    <dgm:pt modelId="{E4F7AF5B-9550-49FA-92A0-99EA3A275565}" type="pres">
      <dgm:prSet presAssocID="{2BC1B854-E6D3-40F3-9FA6-FBD80FB548F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C41963-FA39-498F-8C1E-8F51D7DA2812}" type="pres">
      <dgm:prSet presAssocID="{114E6FC7-4E28-4222-9B16-7593BB9E921D}" presName="spacer" presStyleCnt="0"/>
      <dgm:spPr/>
    </dgm:pt>
    <dgm:pt modelId="{08EC2D2E-5A28-4DF1-B41C-BED5723C4646}" type="pres">
      <dgm:prSet presAssocID="{2390A6CE-B546-4F1E-8101-A3FFFD84F1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4AD1DE-1A82-49E1-B770-FFDE61F1156D}" type="pres">
      <dgm:prSet presAssocID="{9E92A65C-21D5-4362-997D-F6A91DA562AB}" presName="spacer" presStyleCnt="0"/>
      <dgm:spPr/>
    </dgm:pt>
    <dgm:pt modelId="{84027F6C-D765-4C6C-91FE-DD7BEA7762F8}" type="pres">
      <dgm:prSet presAssocID="{18CB4C9C-BED4-426D-B11F-E1914AEA4C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777013C-493C-4E4C-8783-4FDA46DC5A87}" srcId="{498FEB13-7485-4C6D-9141-A1A5EEB7BFC2}" destId="{2390A6CE-B546-4F1E-8101-A3FFFD84F136}" srcOrd="1" destOrd="0" parTransId="{9BAE0E1F-6519-489A-9436-53B0BF8BD448}" sibTransId="{9E92A65C-21D5-4362-997D-F6A91DA562AB}"/>
    <dgm:cxn modelId="{CCD0C076-AAC0-4089-8DB2-27EC82FB82C1}" type="presOf" srcId="{498FEB13-7485-4C6D-9141-A1A5EEB7BFC2}" destId="{CE806D0D-7BEA-4C75-9199-0B6DAA651E6A}" srcOrd="0" destOrd="0" presId="urn:microsoft.com/office/officeart/2005/8/layout/vList2"/>
    <dgm:cxn modelId="{AD64D08D-1893-4E57-8896-3290B2F120FD}" srcId="{498FEB13-7485-4C6D-9141-A1A5EEB7BFC2}" destId="{18CB4C9C-BED4-426D-B11F-E1914AEA4C50}" srcOrd="2" destOrd="0" parTransId="{8581A54C-8E50-4535-B41E-9C1ABA0CBE2F}" sibTransId="{5AD2CE52-F0FD-4825-8C16-0A0F1089BA98}"/>
    <dgm:cxn modelId="{815BDABB-7A30-4DCB-B9E1-E4BA1D83CBC0}" srcId="{498FEB13-7485-4C6D-9141-A1A5EEB7BFC2}" destId="{2BC1B854-E6D3-40F3-9FA6-FBD80FB548FB}" srcOrd="0" destOrd="0" parTransId="{3429C65A-3BC9-4531-B371-BFF02BE3D84B}" sibTransId="{114E6FC7-4E28-4222-9B16-7593BB9E921D}"/>
    <dgm:cxn modelId="{82A298DD-2231-4300-B9E6-88E521E52FBA}" type="presOf" srcId="{2BC1B854-E6D3-40F3-9FA6-FBD80FB548FB}" destId="{E4F7AF5B-9550-49FA-92A0-99EA3A275565}" srcOrd="0" destOrd="0" presId="urn:microsoft.com/office/officeart/2005/8/layout/vList2"/>
    <dgm:cxn modelId="{0F7924E9-652B-423E-BA42-9D992BAE3DAB}" type="presOf" srcId="{2390A6CE-B546-4F1E-8101-A3FFFD84F136}" destId="{08EC2D2E-5A28-4DF1-B41C-BED5723C4646}" srcOrd="0" destOrd="0" presId="urn:microsoft.com/office/officeart/2005/8/layout/vList2"/>
    <dgm:cxn modelId="{FAF34BF4-2399-4E7B-93BA-5A006FB59C72}" type="presOf" srcId="{18CB4C9C-BED4-426D-B11F-E1914AEA4C50}" destId="{84027F6C-D765-4C6C-91FE-DD7BEA7762F8}" srcOrd="0" destOrd="0" presId="urn:microsoft.com/office/officeart/2005/8/layout/vList2"/>
    <dgm:cxn modelId="{907AA0F1-955B-4F0F-9BEA-7667AB4677BB}" type="presParOf" srcId="{CE806D0D-7BEA-4C75-9199-0B6DAA651E6A}" destId="{E4F7AF5B-9550-49FA-92A0-99EA3A275565}" srcOrd="0" destOrd="0" presId="urn:microsoft.com/office/officeart/2005/8/layout/vList2"/>
    <dgm:cxn modelId="{8EFD2231-C6AF-4BC2-9184-4E7F668836AE}" type="presParOf" srcId="{CE806D0D-7BEA-4C75-9199-0B6DAA651E6A}" destId="{47C41963-FA39-498F-8C1E-8F51D7DA2812}" srcOrd="1" destOrd="0" presId="urn:microsoft.com/office/officeart/2005/8/layout/vList2"/>
    <dgm:cxn modelId="{0B03AA9E-0C83-45F5-A4A1-D9B5478FFF96}" type="presParOf" srcId="{CE806D0D-7BEA-4C75-9199-0B6DAA651E6A}" destId="{08EC2D2E-5A28-4DF1-B41C-BED5723C4646}" srcOrd="2" destOrd="0" presId="urn:microsoft.com/office/officeart/2005/8/layout/vList2"/>
    <dgm:cxn modelId="{C48B5D94-2754-4BA6-B70E-C53AAAAF342A}" type="presParOf" srcId="{CE806D0D-7BEA-4C75-9199-0B6DAA651E6A}" destId="{334AD1DE-1A82-49E1-B770-FFDE61F1156D}" srcOrd="3" destOrd="0" presId="urn:microsoft.com/office/officeart/2005/8/layout/vList2"/>
    <dgm:cxn modelId="{62A6DFFE-98AA-4DC7-A4AE-8FDD76D6116C}" type="presParOf" srcId="{CE806D0D-7BEA-4C75-9199-0B6DAA651E6A}" destId="{84027F6C-D765-4C6C-91FE-DD7BEA7762F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B3D60F-BB6D-42A8-9A15-85D4F28B2F4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90CCF7-78B8-4E08-87FF-2CF85B5B1E44}">
      <dgm:prSet/>
      <dgm:spPr/>
      <dgm:t>
        <a:bodyPr/>
        <a:lstStyle/>
        <a:p>
          <a:r>
            <a:rPr lang="en-US"/>
            <a:t>Tärkeää suojaa laiterikkoa, viruksia tai inhimillisiä virheitä vastaan</a:t>
          </a:r>
        </a:p>
      </dgm:t>
    </dgm:pt>
    <dgm:pt modelId="{A2988768-14E3-4093-BDD3-BD4CED29A282}" type="parTrans" cxnId="{EFB9CB95-7DE1-48E3-894C-FE173A525D85}">
      <dgm:prSet/>
      <dgm:spPr/>
      <dgm:t>
        <a:bodyPr/>
        <a:lstStyle/>
        <a:p>
          <a:endParaRPr lang="en-US"/>
        </a:p>
      </dgm:t>
    </dgm:pt>
    <dgm:pt modelId="{24DDF19F-C7F9-4257-8436-EC3A58419B5F}" type="sibTrans" cxnId="{EFB9CB95-7DE1-48E3-894C-FE173A525D85}">
      <dgm:prSet/>
      <dgm:spPr/>
      <dgm:t>
        <a:bodyPr/>
        <a:lstStyle/>
        <a:p>
          <a:endParaRPr lang="en-US"/>
        </a:p>
      </dgm:t>
    </dgm:pt>
    <dgm:pt modelId="{F62BA38E-8CCA-4AB6-86E6-6588F1B18CE6}">
      <dgm:prSet/>
      <dgm:spPr/>
      <dgm:t>
        <a:bodyPr/>
        <a:lstStyle/>
        <a:p>
          <a:r>
            <a:rPr lang="en-US"/>
            <a:t>Voidaan tehdä ulkoiselle kovalevylle, pilvipalveluun tai verkkolevylle</a:t>
          </a:r>
        </a:p>
      </dgm:t>
    </dgm:pt>
    <dgm:pt modelId="{00CFA744-694D-4D88-8E2F-424501195516}" type="parTrans" cxnId="{D13B8C9A-5531-4A20-A1F3-6A51E2FDFF77}">
      <dgm:prSet/>
      <dgm:spPr/>
      <dgm:t>
        <a:bodyPr/>
        <a:lstStyle/>
        <a:p>
          <a:endParaRPr lang="en-US"/>
        </a:p>
      </dgm:t>
    </dgm:pt>
    <dgm:pt modelId="{775F3194-8DA7-41A6-9783-FB725C40F00F}" type="sibTrans" cxnId="{D13B8C9A-5531-4A20-A1F3-6A51E2FDFF77}">
      <dgm:prSet/>
      <dgm:spPr/>
      <dgm:t>
        <a:bodyPr/>
        <a:lstStyle/>
        <a:p>
          <a:endParaRPr lang="en-US"/>
        </a:p>
      </dgm:t>
    </dgm:pt>
    <dgm:pt modelId="{497C056F-4FB4-4F79-A8DC-B5B4930A208E}">
      <dgm:prSet/>
      <dgm:spPr/>
      <dgm:t>
        <a:bodyPr/>
        <a:lstStyle/>
        <a:p>
          <a:r>
            <a:rPr lang="en-US"/>
            <a:t>Automaattinen varmuuskopiointi vähentää inhimillistä unohdusta</a:t>
          </a:r>
        </a:p>
      </dgm:t>
    </dgm:pt>
    <dgm:pt modelId="{8B29D381-DA7E-43B6-B05F-DEC0BA33C2CF}" type="parTrans" cxnId="{D2304324-9407-45BF-8848-A86704EB7E64}">
      <dgm:prSet/>
      <dgm:spPr/>
      <dgm:t>
        <a:bodyPr/>
        <a:lstStyle/>
        <a:p>
          <a:endParaRPr lang="en-US"/>
        </a:p>
      </dgm:t>
    </dgm:pt>
    <dgm:pt modelId="{DB0C3F25-146F-479F-B0B6-72C654291A54}" type="sibTrans" cxnId="{D2304324-9407-45BF-8848-A86704EB7E64}">
      <dgm:prSet/>
      <dgm:spPr/>
      <dgm:t>
        <a:bodyPr/>
        <a:lstStyle/>
        <a:p>
          <a:endParaRPr lang="en-US"/>
        </a:p>
      </dgm:t>
    </dgm:pt>
    <dgm:pt modelId="{3A8C61BC-82DE-4D7F-9C6A-D7744DD1AE47}" type="pres">
      <dgm:prSet presAssocID="{3BB3D60F-BB6D-42A8-9A15-85D4F28B2F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070A8A-3665-4B54-8F0E-1E833F6ADC58}" type="pres">
      <dgm:prSet presAssocID="{CA90CCF7-78B8-4E08-87FF-2CF85B5B1E44}" presName="hierRoot1" presStyleCnt="0"/>
      <dgm:spPr/>
    </dgm:pt>
    <dgm:pt modelId="{00D5815B-AE4C-422D-8D8E-F61657C705B3}" type="pres">
      <dgm:prSet presAssocID="{CA90CCF7-78B8-4E08-87FF-2CF85B5B1E44}" presName="composite" presStyleCnt="0"/>
      <dgm:spPr/>
    </dgm:pt>
    <dgm:pt modelId="{858D0BA1-6485-4F74-AC23-9F5A9BB9E6FC}" type="pres">
      <dgm:prSet presAssocID="{CA90CCF7-78B8-4E08-87FF-2CF85B5B1E44}" presName="background" presStyleLbl="node0" presStyleIdx="0" presStyleCnt="3"/>
      <dgm:spPr/>
    </dgm:pt>
    <dgm:pt modelId="{D7F7AB2D-301E-4CF8-81B3-0FFEF2A3629F}" type="pres">
      <dgm:prSet presAssocID="{CA90CCF7-78B8-4E08-87FF-2CF85B5B1E44}" presName="text" presStyleLbl="fgAcc0" presStyleIdx="0" presStyleCnt="3">
        <dgm:presLayoutVars>
          <dgm:chPref val="3"/>
        </dgm:presLayoutVars>
      </dgm:prSet>
      <dgm:spPr/>
    </dgm:pt>
    <dgm:pt modelId="{0ECCEB4B-78C8-4A7A-BC3A-A7B5A96DF210}" type="pres">
      <dgm:prSet presAssocID="{CA90CCF7-78B8-4E08-87FF-2CF85B5B1E44}" presName="hierChild2" presStyleCnt="0"/>
      <dgm:spPr/>
    </dgm:pt>
    <dgm:pt modelId="{59A047C7-AE6A-43B3-B864-848AA2963F6B}" type="pres">
      <dgm:prSet presAssocID="{F62BA38E-8CCA-4AB6-86E6-6588F1B18CE6}" presName="hierRoot1" presStyleCnt="0"/>
      <dgm:spPr/>
    </dgm:pt>
    <dgm:pt modelId="{5E0CA40A-9436-4842-881D-4A42B32E053A}" type="pres">
      <dgm:prSet presAssocID="{F62BA38E-8CCA-4AB6-86E6-6588F1B18CE6}" presName="composite" presStyleCnt="0"/>
      <dgm:spPr/>
    </dgm:pt>
    <dgm:pt modelId="{BF76A27C-509F-42BA-BC0A-24A226F1B0F2}" type="pres">
      <dgm:prSet presAssocID="{F62BA38E-8CCA-4AB6-86E6-6588F1B18CE6}" presName="background" presStyleLbl="node0" presStyleIdx="1" presStyleCnt="3"/>
      <dgm:spPr/>
    </dgm:pt>
    <dgm:pt modelId="{FB42C836-68EA-4AEE-AE55-B91981062BC7}" type="pres">
      <dgm:prSet presAssocID="{F62BA38E-8CCA-4AB6-86E6-6588F1B18CE6}" presName="text" presStyleLbl="fgAcc0" presStyleIdx="1" presStyleCnt="3">
        <dgm:presLayoutVars>
          <dgm:chPref val="3"/>
        </dgm:presLayoutVars>
      </dgm:prSet>
      <dgm:spPr/>
    </dgm:pt>
    <dgm:pt modelId="{78954BEB-18A0-46BE-BD41-6FE407B351C6}" type="pres">
      <dgm:prSet presAssocID="{F62BA38E-8CCA-4AB6-86E6-6588F1B18CE6}" presName="hierChild2" presStyleCnt="0"/>
      <dgm:spPr/>
    </dgm:pt>
    <dgm:pt modelId="{8CF0F598-AD6A-4801-BEBA-2E7A3FD53BA3}" type="pres">
      <dgm:prSet presAssocID="{497C056F-4FB4-4F79-A8DC-B5B4930A208E}" presName="hierRoot1" presStyleCnt="0"/>
      <dgm:spPr/>
    </dgm:pt>
    <dgm:pt modelId="{6F4DDAAF-555D-441F-9A40-80CE3D634CEB}" type="pres">
      <dgm:prSet presAssocID="{497C056F-4FB4-4F79-A8DC-B5B4930A208E}" presName="composite" presStyleCnt="0"/>
      <dgm:spPr/>
    </dgm:pt>
    <dgm:pt modelId="{AE4184DD-709C-4872-849A-2C8DC0A329B1}" type="pres">
      <dgm:prSet presAssocID="{497C056F-4FB4-4F79-A8DC-B5B4930A208E}" presName="background" presStyleLbl="node0" presStyleIdx="2" presStyleCnt="3"/>
      <dgm:spPr/>
    </dgm:pt>
    <dgm:pt modelId="{EAA4BFFA-BC1F-4ED2-9B90-33FCBC48CF79}" type="pres">
      <dgm:prSet presAssocID="{497C056F-4FB4-4F79-A8DC-B5B4930A208E}" presName="text" presStyleLbl="fgAcc0" presStyleIdx="2" presStyleCnt="3">
        <dgm:presLayoutVars>
          <dgm:chPref val="3"/>
        </dgm:presLayoutVars>
      </dgm:prSet>
      <dgm:spPr/>
    </dgm:pt>
    <dgm:pt modelId="{FC035C8E-FD54-472C-A148-70D3EF7A2AC5}" type="pres">
      <dgm:prSet presAssocID="{497C056F-4FB4-4F79-A8DC-B5B4930A208E}" presName="hierChild2" presStyleCnt="0"/>
      <dgm:spPr/>
    </dgm:pt>
  </dgm:ptLst>
  <dgm:cxnLst>
    <dgm:cxn modelId="{D2304324-9407-45BF-8848-A86704EB7E64}" srcId="{3BB3D60F-BB6D-42A8-9A15-85D4F28B2F48}" destId="{497C056F-4FB4-4F79-A8DC-B5B4930A208E}" srcOrd="2" destOrd="0" parTransId="{8B29D381-DA7E-43B6-B05F-DEC0BA33C2CF}" sibTransId="{DB0C3F25-146F-479F-B0B6-72C654291A54}"/>
    <dgm:cxn modelId="{F9484E28-9D3F-4E94-AE4C-35FCEBDE2C5C}" type="presOf" srcId="{CA90CCF7-78B8-4E08-87FF-2CF85B5B1E44}" destId="{D7F7AB2D-301E-4CF8-81B3-0FFEF2A3629F}" srcOrd="0" destOrd="0" presId="urn:microsoft.com/office/officeart/2005/8/layout/hierarchy1"/>
    <dgm:cxn modelId="{3A557C75-FA82-4821-A8AA-C00499D72522}" type="presOf" srcId="{3BB3D60F-BB6D-42A8-9A15-85D4F28B2F48}" destId="{3A8C61BC-82DE-4D7F-9C6A-D7744DD1AE47}" srcOrd="0" destOrd="0" presId="urn:microsoft.com/office/officeart/2005/8/layout/hierarchy1"/>
    <dgm:cxn modelId="{0126C88A-D225-4B10-B690-5D1744FC405A}" type="presOf" srcId="{497C056F-4FB4-4F79-A8DC-B5B4930A208E}" destId="{EAA4BFFA-BC1F-4ED2-9B90-33FCBC48CF79}" srcOrd="0" destOrd="0" presId="urn:microsoft.com/office/officeart/2005/8/layout/hierarchy1"/>
    <dgm:cxn modelId="{EFB9CB95-7DE1-48E3-894C-FE173A525D85}" srcId="{3BB3D60F-BB6D-42A8-9A15-85D4F28B2F48}" destId="{CA90CCF7-78B8-4E08-87FF-2CF85B5B1E44}" srcOrd="0" destOrd="0" parTransId="{A2988768-14E3-4093-BDD3-BD4CED29A282}" sibTransId="{24DDF19F-C7F9-4257-8436-EC3A58419B5F}"/>
    <dgm:cxn modelId="{D13B8C9A-5531-4A20-A1F3-6A51E2FDFF77}" srcId="{3BB3D60F-BB6D-42A8-9A15-85D4F28B2F48}" destId="{F62BA38E-8CCA-4AB6-86E6-6588F1B18CE6}" srcOrd="1" destOrd="0" parTransId="{00CFA744-694D-4D88-8E2F-424501195516}" sibTransId="{775F3194-8DA7-41A6-9783-FB725C40F00F}"/>
    <dgm:cxn modelId="{512E19CA-6A0C-4E0B-9EDC-692FC8F2DCEF}" type="presOf" srcId="{F62BA38E-8CCA-4AB6-86E6-6588F1B18CE6}" destId="{FB42C836-68EA-4AEE-AE55-B91981062BC7}" srcOrd="0" destOrd="0" presId="urn:microsoft.com/office/officeart/2005/8/layout/hierarchy1"/>
    <dgm:cxn modelId="{23033955-4DC3-47D4-9684-1A0033D40E47}" type="presParOf" srcId="{3A8C61BC-82DE-4D7F-9C6A-D7744DD1AE47}" destId="{71070A8A-3665-4B54-8F0E-1E833F6ADC58}" srcOrd="0" destOrd="0" presId="urn:microsoft.com/office/officeart/2005/8/layout/hierarchy1"/>
    <dgm:cxn modelId="{291D17C2-1DA0-413F-878A-3F4E1460B7F0}" type="presParOf" srcId="{71070A8A-3665-4B54-8F0E-1E833F6ADC58}" destId="{00D5815B-AE4C-422D-8D8E-F61657C705B3}" srcOrd="0" destOrd="0" presId="urn:microsoft.com/office/officeart/2005/8/layout/hierarchy1"/>
    <dgm:cxn modelId="{540D9F59-E21C-4FAF-903D-9E8815D69F6A}" type="presParOf" srcId="{00D5815B-AE4C-422D-8D8E-F61657C705B3}" destId="{858D0BA1-6485-4F74-AC23-9F5A9BB9E6FC}" srcOrd="0" destOrd="0" presId="urn:microsoft.com/office/officeart/2005/8/layout/hierarchy1"/>
    <dgm:cxn modelId="{14D2D057-31B8-47F5-9C87-22BBCB6C091C}" type="presParOf" srcId="{00D5815B-AE4C-422D-8D8E-F61657C705B3}" destId="{D7F7AB2D-301E-4CF8-81B3-0FFEF2A3629F}" srcOrd="1" destOrd="0" presId="urn:microsoft.com/office/officeart/2005/8/layout/hierarchy1"/>
    <dgm:cxn modelId="{3696AE81-932F-49BE-8E40-6A8561CA319E}" type="presParOf" srcId="{71070A8A-3665-4B54-8F0E-1E833F6ADC58}" destId="{0ECCEB4B-78C8-4A7A-BC3A-A7B5A96DF210}" srcOrd="1" destOrd="0" presId="urn:microsoft.com/office/officeart/2005/8/layout/hierarchy1"/>
    <dgm:cxn modelId="{4BC42315-1D33-4B7C-BA18-91DA4BB426BF}" type="presParOf" srcId="{3A8C61BC-82DE-4D7F-9C6A-D7744DD1AE47}" destId="{59A047C7-AE6A-43B3-B864-848AA2963F6B}" srcOrd="1" destOrd="0" presId="urn:microsoft.com/office/officeart/2005/8/layout/hierarchy1"/>
    <dgm:cxn modelId="{EE8E6A05-1174-44E1-A7C3-3B00571979B3}" type="presParOf" srcId="{59A047C7-AE6A-43B3-B864-848AA2963F6B}" destId="{5E0CA40A-9436-4842-881D-4A42B32E053A}" srcOrd="0" destOrd="0" presId="urn:microsoft.com/office/officeart/2005/8/layout/hierarchy1"/>
    <dgm:cxn modelId="{6972FA3A-730B-45D3-9A99-398D003BCD66}" type="presParOf" srcId="{5E0CA40A-9436-4842-881D-4A42B32E053A}" destId="{BF76A27C-509F-42BA-BC0A-24A226F1B0F2}" srcOrd="0" destOrd="0" presId="urn:microsoft.com/office/officeart/2005/8/layout/hierarchy1"/>
    <dgm:cxn modelId="{3654DDC3-C793-499F-A642-1477A50A1EEB}" type="presParOf" srcId="{5E0CA40A-9436-4842-881D-4A42B32E053A}" destId="{FB42C836-68EA-4AEE-AE55-B91981062BC7}" srcOrd="1" destOrd="0" presId="urn:microsoft.com/office/officeart/2005/8/layout/hierarchy1"/>
    <dgm:cxn modelId="{22A9AE84-DA41-43F9-99AF-B8075A667168}" type="presParOf" srcId="{59A047C7-AE6A-43B3-B864-848AA2963F6B}" destId="{78954BEB-18A0-46BE-BD41-6FE407B351C6}" srcOrd="1" destOrd="0" presId="urn:microsoft.com/office/officeart/2005/8/layout/hierarchy1"/>
    <dgm:cxn modelId="{2982FE66-7AFE-4591-BC0A-4930D2DC3D33}" type="presParOf" srcId="{3A8C61BC-82DE-4D7F-9C6A-D7744DD1AE47}" destId="{8CF0F598-AD6A-4801-BEBA-2E7A3FD53BA3}" srcOrd="2" destOrd="0" presId="urn:microsoft.com/office/officeart/2005/8/layout/hierarchy1"/>
    <dgm:cxn modelId="{965EA084-B6B5-4436-9A18-F058E0301C9C}" type="presParOf" srcId="{8CF0F598-AD6A-4801-BEBA-2E7A3FD53BA3}" destId="{6F4DDAAF-555D-441F-9A40-80CE3D634CEB}" srcOrd="0" destOrd="0" presId="urn:microsoft.com/office/officeart/2005/8/layout/hierarchy1"/>
    <dgm:cxn modelId="{AB909802-2DDD-49D5-82EC-8F3648FA3503}" type="presParOf" srcId="{6F4DDAAF-555D-441F-9A40-80CE3D634CEB}" destId="{AE4184DD-709C-4872-849A-2C8DC0A329B1}" srcOrd="0" destOrd="0" presId="urn:microsoft.com/office/officeart/2005/8/layout/hierarchy1"/>
    <dgm:cxn modelId="{1FD8D4C4-A873-4CE0-9198-ECB45481F326}" type="presParOf" srcId="{6F4DDAAF-555D-441F-9A40-80CE3D634CEB}" destId="{EAA4BFFA-BC1F-4ED2-9B90-33FCBC48CF79}" srcOrd="1" destOrd="0" presId="urn:microsoft.com/office/officeart/2005/8/layout/hierarchy1"/>
    <dgm:cxn modelId="{31368C83-750F-413E-8C01-DD117BB6B8F8}" type="presParOf" srcId="{8CF0F598-AD6A-4801-BEBA-2E7A3FD53BA3}" destId="{FC035C8E-FD54-472C-A148-70D3EF7A2A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987F00-7F81-404F-A4B5-81413790CA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67B43D-126F-44EE-9B80-22D33DC3A8B6}">
      <dgm:prSet/>
      <dgm:spPr/>
      <dgm:t>
        <a:bodyPr/>
        <a:lstStyle/>
        <a:p>
          <a:r>
            <a:rPr lang="en-US"/>
            <a:t>Yritä palautusta vikasietotilassa tai palautuspisteistä</a:t>
          </a:r>
        </a:p>
      </dgm:t>
    </dgm:pt>
    <dgm:pt modelId="{F165510A-6FFC-470B-BFFB-5CD558BCFB5E}" type="parTrans" cxnId="{AE53A809-81A3-44BA-80A6-B262A6DA90A5}">
      <dgm:prSet/>
      <dgm:spPr/>
      <dgm:t>
        <a:bodyPr/>
        <a:lstStyle/>
        <a:p>
          <a:endParaRPr lang="en-US"/>
        </a:p>
      </dgm:t>
    </dgm:pt>
    <dgm:pt modelId="{5133F5B1-1A2F-48A3-8838-01ED896ACB61}" type="sibTrans" cxnId="{AE53A809-81A3-44BA-80A6-B262A6DA90A5}">
      <dgm:prSet/>
      <dgm:spPr/>
      <dgm:t>
        <a:bodyPr/>
        <a:lstStyle/>
        <a:p>
          <a:endParaRPr lang="en-US"/>
        </a:p>
      </dgm:t>
    </dgm:pt>
    <dgm:pt modelId="{D0709E06-E207-455E-8696-6A3B6FDEE948}">
      <dgm:prSet/>
      <dgm:spPr/>
      <dgm:t>
        <a:bodyPr/>
        <a:lstStyle/>
        <a:p>
          <a:r>
            <a:rPr lang="en-US"/>
            <a:t>Käynnistä kone asennusmedian kautta ja korjaa järjestelmä</a:t>
          </a:r>
        </a:p>
      </dgm:t>
    </dgm:pt>
    <dgm:pt modelId="{C6C3AC5E-D5DB-47AF-90EC-3569117198F0}" type="parTrans" cxnId="{8F9FC04C-3D6E-401B-8E74-329A7F08EA34}">
      <dgm:prSet/>
      <dgm:spPr/>
      <dgm:t>
        <a:bodyPr/>
        <a:lstStyle/>
        <a:p>
          <a:endParaRPr lang="en-US"/>
        </a:p>
      </dgm:t>
    </dgm:pt>
    <dgm:pt modelId="{0127D629-70E1-454C-B397-9D8931591E89}" type="sibTrans" cxnId="{8F9FC04C-3D6E-401B-8E74-329A7F08EA34}">
      <dgm:prSet/>
      <dgm:spPr/>
      <dgm:t>
        <a:bodyPr/>
        <a:lstStyle/>
        <a:p>
          <a:endParaRPr lang="en-US"/>
        </a:p>
      </dgm:t>
    </dgm:pt>
    <dgm:pt modelId="{7815449D-5222-4D57-BB68-4E1791B0E29C}">
      <dgm:prSet/>
      <dgm:spPr/>
      <dgm:t>
        <a:bodyPr/>
        <a:lstStyle/>
        <a:p>
          <a:r>
            <a:rPr lang="en-US"/>
            <a:t>Jos mikään ei auta, turvaudu ammattilaiseen – tietojen pelastus voi vielä onnistua</a:t>
          </a:r>
        </a:p>
      </dgm:t>
    </dgm:pt>
    <dgm:pt modelId="{917539AB-7318-4446-B959-7744E3E8A7F4}" type="parTrans" cxnId="{3CA5DD99-B6AA-4B87-AA8E-605884493D1A}">
      <dgm:prSet/>
      <dgm:spPr/>
      <dgm:t>
        <a:bodyPr/>
        <a:lstStyle/>
        <a:p>
          <a:endParaRPr lang="en-US"/>
        </a:p>
      </dgm:t>
    </dgm:pt>
    <dgm:pt modelId="{0B2D17C2-A9C5-435A-9E21-3B839746DDC1}" type="sibTrans" cxnId="{3CA5DD99-B6AA-4B87-AA8E-605884493D1A}">
      <dgm:prSet/>
      <dgm:spPr/>
      <dgm:t>
        <a:bodyPr/>
        <a:lstStyle/>
        <a:p>
          <a:endParaRPr lang="en-US"/>
        </a:p>
      </dgm:t>
    </dgm:pt>
    <dgm:pt modelId="{29EFEBAD-A73E-4DA0-AEBC-94CCB86FC97F}" type="pres">
      <dgm:prSet presAssocID="{7B987F00-7F81-404F-A4B5-81413790CA37}" presName="linear" presStyleCnt="0">
        <dgm:presLayoutVars>
          <dgm:animLvl val="lvl"/>
          <dgm:resizeHandles val="exact"/>
        </dgm:presLayoutVars>
      </dgm:prSet>
      <dgm:spPr/>
    </dgm:pt>
    <dgm:pt modelId="{3AA2E7E3-0B5C-4DB1-BC5F-576F3B3F1BCE}" type="pres">
      <dgm:prSet presAssocID="{8067B43D-126F-44EE-9B80-22D33DC3A8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1679ED-F5FF-4913-AA35-5DD5A0683AA9}" type="pres">
      <dgm:prSet presAssocID="{5133F5B1-1A2F-48A3-8838-01ED896ACB61}" presName="spacer" presStyleCnt="0"/>
      <dgm:spPr/>
    </dgm:pt>
    <dgm:pt modelId="{04CD9833-A7AA-4A44-BB90-F9FE7BBACCD6}" type="pres">
      <dgm:prSet presAssocID="{D0709E06-E207-455E-8696-6A3B6FDEE94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B7CDD5E-3CCE-42E9-816C-FAECC896B559}" type="pres">
      <dgm:prSet presAssocID="{0127D629-70E1-454C-B397-9D8931591E89}" presName="spacer" presStyleCnt="0"/>
      <dgm:spPr/>
    </dgm:pt>
    <dgm:pt modelId="{40AAFB75-7F42-43C7-BD03-CF1A2E66F815}" type="pres">
      <dgm:prSet presAssocID="{7815449D-5222-4D57-BB68-4E1791B0E2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E53A809-81A3-44BA-80A6-B262A6DA90A5}" srcId="{7B987F00-7F81-404F-A4B5-81413790CA37}" destId="{8067B43D-126F-44EE-9B80-22D33DC3A8B6}" srcOrd="0" destOrd="0" parTransId="{F165510A-6FFC-470B-BFFB-5CD558BCFB5E}" sibTransId="{5133F5B1-1A2F-48A3-8838-01ED896ACB61}"/>
    <dgm:cxn modelId="{0B84273B-5730-47FF-BA6F-8984C756C68C}" type="presOf" srcId="{D0709E06-E207-455E-8696-6A3B6FDEE948}" destId="{04CD9833-A7AA-4A44-BB90-F9FE7BBACCD6}" srcOrd="0" destOrd="0" presId="urn:microsoft.com/office/officeart/2005/8/layout/vList2"/>
    <dgm:cxn modelId="{8F9FC04C-3D6E-401B-8E74-329A7F08EA34}" srcId="{7B987F00-7F81-404F-A4B5-81413790CA37}" destId="{D0709E06-E207-455E-8696-6A3B6FDEE948}" srcOrd="1" destOrd="0" parTransId="{C6C3AC5E-D5DB-47AF-90EC-3569117198F0}" sibTransId="{0127D629-70E1-454C-B397-9D8931591E89}"/>
    <dgm:cxn modelId="{2BC38187-2667-4439-AE16-78D64ABCD368}" type="presOf" srcId="{8067B43D-126F-44EE-9B80-22D33DC3A8B6}" destId="{3AA2E7E3-0B5C-4DB1-BC5F-576F3B3F1BCE}" srcOrd="0" destOrd="0" presId="urn:microsoft.com/office/officeart/2005/8/layout/vList2"/>
    <dgm:cxn modelId="{3CA5DD99-B6AA-4B87-AA8E-605884493D1A}" srcId="{7B987F00-7F81-404F-A4B5-81413790CA37}" destId="{7815449D-5222-4D57-BB68-4E1791B0E29C}" srcOrd="2" destOrd="0" parTransId="{917539AB-7318-4446-B959-7744E3E8A7F4}" sibTransId="{0B2D17C2-A9C5-435A-9E21-3B839746DDC1}"/>
    <dgm:cxn modelId="{229C70C6-7F0D-4A74-8440-6D1E3009791B}" type="presOf" srcId="{7B987F00-7F81-404F-A4B5-81413790CA37}" destId="{29EFEBAD-A73E-4DA0-AEBC-94CCB86FC97F}" srcOrd="0" destOrd="0" presId="urn:microsoft.com/office/officeart/2005/8/layout/vList2"/>
    <dgm:cxn modelId="{41F7C6F5-4BAA-4F05-8D7F-B6EF4A80077F}" type="presOf" srcId="{7815449D-5222-4D57-BB68-4E1791B0E29C}" destId="{40AAFB75-7F42-43C7-BD03-CF1A2E66F815}" srcOrd="0" destOrd="0" presId="urn:microsoft.com/office/officeart/2005/8/layout/vList2"/>
    <dgm:cxn modelId="{53E1050C-7BBD-4E7C-A2A3-7FF1BA1E5A0C}" type="presParOf" srcId="{29EFEBAD-A73E-4DA0-AEBC-94CCB86FC97F}" destId="{3AA2E7E3-0B5C-4DB1-BC5F-576F3B3F1BCE}" srcOrd="0" destOrd="0" presId="urn:microsoft.com/office/officeart/2005/8/layout/vList2"/>
    <dgm:cxn modelId="{16FCBC95-535C-47ED-A6C0-24CA29B3FDCC}" type="presParOf" srcId="{29EFEBAD-A73E-4DA0-AEBC-94CCB86FC97F}" destId="{981679ED-F5FF-4913-AA35-5DD5A0683AA9}" srcOrd="1" destOrd="0" presId="urn:microsoft.com/office/officeart/2005/8/layout/vList2"/>
    <dgm:cxn modelId="{C728C9C8-747B-4B39-8059-F270D75B9AAC}" type="presParOf" srcId="{29EFEBAD-A73E-4DA0-AEBC-94CCB86FC97F}" destId="{04CD9833-A7AA-4A44-BB90-F9FE7BBACCD6}" srcOrd="2" destOrd="0" presId="urn:microsoft.com/office/officeart/2005/8/layout/vList2"/>
    <dgm:cxn modelId="{E3AB27C3-B221-491D-BAB9-F54873A00846}" type="presParOf" srcId="{29EFEBAD-A73E-4DA0-AEBC-94CCB86FC97F}" destId="{DB7CDD5E-3CCE-42E9-816C-FAECC896B559}" srcOrd="3" destOrd="0" presId="urn:microsoft.com/office/officeart/2005/8/layout/vList2"/>
    <dgm:cxn modelId="{EEF47DB1-BCA2-4562-9220-85B3AEC607F0}" type="presParOf" srcId="{29EFEBAD-A73E-4DA0-AEBC-94CCB86FC97F}" destId="{40AAFB75-7F42-43C7-BD03-CF1A2E66F81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3A26800-C497-44CC-AA5C-5AF4A08A5DB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869007-2CE1-4293-8A97-E5F99FA6833A}">
      <dgm:prSet/>
      <dgm:spPr/>
      <dgm:t>
        <a:bodyPr/>
        <a:lstStyle/>
        <a:p>
          <a:r>
            <a:rPr lang="en-US"/>
            <a:t>Piraattiohjelmat usein haittaohjelmien levittäjiä</a:t>
          </a:r>
        </a:p>
      </dgm:t>
    </dgm:pt>
    <dgm:pt modelId="{48A1B2F4-8CC8-4ACE-A647-9F8EDC0C5FB5}" type="parTrans" cxnId="{BE9DBE3C-38E2-4251-8C15-129A30C5B5F6}">
      <dgm:prSet/>
      <dgm:spPr/>
      <dgm:t>
        <a:bodyPr/>
        <a:lstStyle/>
        <a:p>
          <a:endParaRPr lang="en-US"/>
        </a:p>
      </dgm:t>
    </dgm:pt>
    <dgm:pt modelId="{F3C6462F-181A-46BA-8659-43D84621B494}" type="sibTrans" cxnId="{BE9DBE3C-38E2-4251-8C15-129A30C5B5F6}">
      <dgm:prSet/>
      <dgm:spPr/>
      <dgm:t>
        <a:bodyPr/>
        <a:lstStyle/>
        <a:p>
          <a:endParaRPr lang="en-US"/>
        </a:p>
      </dgm:t>
    </dgm:pt>
    <dgm:pt modelId="{FF238A2E-3C0F-4DF1-987A-E4C3EF2E6234}">
      <dgm:prSet/>
      <dgm:spPr/>
      <dgm:t>
        <a:bodyPr/>
        <a:lstStyle/>
        <a:p>
          <a:r>
            <a:rPr lang="en-US"/>
            <a:t>Ei mahdollisuutta päivityksiin = tietoturva-aukot jäävät korjaamatta</a:t>
          </a:r>
        </a:p>
      </dgm:t>
    </dgm:pt>
    <dgm:pt modelId="{7F1A303E-5418-485F-BA22-2115E7022651}" type="parTrans" cxnId="{D8A95521-4BCE-4171-AA25-8BB8ABBD90A6}">
      <dgm:prSet/>
      <dgm:spPr/>
      <dgm:t>
        <a:bodyPr/>
        <a:lstStyle/>
        <a:p>
          <a:endParaRPr lang="en-US"/>
        </a:p>
      </dgm:t>
    </dgm:pt>
    <dgm:pt modelId="{B31A2222-2616-41EB-965B-9D97CA87F069}" type="sibTrans" cxnId="{D8A95521-4BCE-4171-AA25-8BB8ABBD90A6}">
      <dgm:prSet/>
      <dgm:spPr/>
      <dgm:t>
        <a:bodyPr/>
        <a:lstStyle/>
        <a:p>
          <a:endParaRPr lang="en-US"/>
        </a:p>
      </dgm:t>
    </dgm:pt>
    <dgm:pt modelId="{078635F7-25FA-4902-B00C-3F414FE845D5}">
      <dgm:prSet/>
      <dgm:spPr/>
      <dgm:t>
        <a:bodyPr/>
        <a:lstStyle/>
        <a:p>
          <a:r>
            <a:rPr lang="en-US"/>
            <a:t>Laillisten vaihtoehtojen käyttö on turvallisempaa ja vastuullisempaa</a:t>
          </a:r>
        </a:p>
      </dgm:t>
    </dgm:pt>
    <dgm:pt modelId="{5EA60CEB-B3E8-4EF2-B361-F4A79A5248DF}" type="parTrans" cxnId="{8A4BC16E-0B5C-40A8-B2AE-F17E11A4CA4B}">
      <dgm:prSet/>
      <dgm:spPr/>
      <dgm:t>
        <a:bodyPr/>
        <a:lstStyle/>
        <a:p>
          <a:endParaRPr lang="en-US"/>
        </a:p>
      </dgm:t>
    </dgm:pt>
    <dgm:pt modelId="{C21BE282-89C5-45DA-9D6F-07F88971129D}" type="sibTrans" cxnId="{8A4BC16E-0B5C-40A8-B2AE-F17E11A4CA4B}">
      <dgm:prSet/>
      <dgm:spPr/>
      <dgm:t>
        <a:bodyPr/>
        <a:lstStyle/>
        <a:p>
          <a:endParaRPr lang="en-US"/>
        </a:p>
      </dgm:t>
    </dgm:pt>
    <dgm:pt modelId="{3BB6CD10-12CC-40A8-9F19-5C3C7C2ABE0C}" type="pres">
      <dgm:prSet presAssocID="{23A26800-C497-44CC-AA5C-5AF4A08A5D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C6E438-B80E-4976-8C9E-3D4DD81852C9}" type="pres">
      <dgm:prSet presAssocID="{01869007-2CE1-4293-8A97-E5F99FA6833A}" presName="hierRoot1" presStyleCnt="0"/>
      <dgm:spPr/>
    </dgm:pt>
    <dgm:pt modelId="{DF7CA454-30D9-4FF1-9FA8-5AEA1B01E4CA}" type="pres">
      <dgm:prSet presAssocID="{01869007-2CE1-4293-8A97-E5F99FA6833A}" presName="composite" presStyleCnt="0"/>
      <dgm:spPr/>
    </dgm:pt>
    <dgm:pt modelId="{DAAA93C6-E916-4804-B796-7415D435F46D}" type="pres">
      <dgm:prSet presAssocID="{01869007-2CE1-4293-8A97-E5F99FA6833A}" presName="background" presStyleLbl="node0" presStyleIdx="0" presStyleCnt="3"/>
      <dgm:spPr/>
    </dgm:pt>
    <dgm:pt modelId="{9C17A813-A036-4692-A315-B72CD5B94425}" type="pres">
      <dgm:prSet presAssocID="{01869007-2CE1-4293-8A97-E5F99FA6833A}" presName="text" presStyleLbl="fgAcc0" presStyleIdx="0" presStyleCnt="3">
        <dgm:presLayoutVars>
          <dgm:chPref val="3"/>
        </dgm:presLayoutVars>
      </dgm:prSet>
      <dgm:spPr/>
    </dgm:pt>
    <dgm:pt modelId="{CA6A12FA-2AAA-4FF4-81CE-59C8CD6C6BF2}" type="pres">
      <dgm:prSet presAssocID="{01869007-2CE1-4293-8A97-E5F99FA6833A}" presName="hierChild2" presStyleCnt="0"/>
      <dgm:spPr/>
    </dgm:pt>
    <dgm:pt modelId="{55189494-EDF8-4AB9-A075-CA83DADCCED3}" type="pres">
      <dgm:prSet presAssocID="{FF238A2E-3C0F-4DF1-987A-E4C3EF2E6234}" presName="hierRoot1" presStyleCnt="0"/>
      <dgm:spPr/>
    </dgm:pt>
    <dgm:pt modelId="{CA06C9AC-7D7F-4C54-9904-5D7B3B15DCBD}" type="pres">
      <dgm:prSet presAssocID="{FF238A2E-3C0F-4DF1-987A-E4C3EF2E6234}" presName="composite" presStyleCnt="0"/>
      <dgm:spPr/>
    </dgm:pt>
    <dgm:pt modelId="{9B5C19A4-CEB3-4161-9D1F-A509C9907AB2}" type="pres">
      <dgm:prSet presAssocID="{FF238A2E-3C0F-4DF1-987A-E4C3EF2E6234}" presName="background" presStyleLbl="node0" presStyleIdx="1" presStyleCnt="3"/>
      <dgm:spPr/>
    </dgm:pt>
    <dgm:pt modelId="{22409AAA-15B9-4270-9E08-14F941581923}" type="pres">
      <dgm:prSet presAssocID="{FF238A2E-3C0F-4DF1-987A-E4C3EF2E6234}" presName="text" presStyleLbl="fgAcc0" presStyleIdx="1" presStyleCnt="3">
        <dgm:presLayoutVars>
          <dgm:chPref val="3"/>
        </dgm:presLayoutVars>
      </dgm:prSet>
      <dgm:spPr/>
    </dgm:pt>
    <dgm:pt modelId="{BAB4AF46-9FD2-4268-97CB-3DF0D7641931}" type="pres">
      <dgm:prSet presAssocID="{FF238A2E-3C0F-4DF1-987A-E4C3EF2E6234}" presName="hierChild2" presStyleCnt="0"/>
      <dgm:spPr/>
    </dgm:pt>
    <dgm:pt modelId="{A71CC239-786F-4D91-8943-DB11540FE44A}" type="pres">
      <dgm:prSet presAssocID="{078635F7-25FA-4902-B00C-3F414FE845D5}" presName="hierRoot1" presStyleCnt="0"/>
      <dgm:spPr/>
    </dgm:pt>
    <dgm:pt modelId="{7E3323FB-275E-4E42-9303-199AD68AA05C}" type="pres">
      <dgm:prSet presAssocID="{078635F7-25FA-4902-B00C-3F414FE845D5}" presName="composite" presStyleCnt="0"/>
      <dgm:spPr/>
    </dgm:pt>
    <dgm:pt modelId="{8FF03CBC-FD59-485C-A863-07A9C9955C39}" type="pres">
      <dgm:prSet presAssocID="{078635F7-25FA-4902-B00C-3F414FE845D5}" presName="background" presStyleLbl="node0" presStyleIdx="2" presStyleCnt="3"/>
      <dgm:spPr/>
    </dgm:pt>
    <dgm:pt modelId="{742912D9-833C-4E6D-8F2D-563C3505FB20}" type="pres">
      <dgm:prSet presAssocID="{078635F7-25FA-4902-B00C-3F414FE845D5}" presName="text" presStyleLbl="fgAcc0" presStyleIdx="2" presStyleCnt="3">
        <dgm:presLayoutVars>
          <dgm:chPref val="3"/>
        </dgm:presLayoutVars>
      </dgm:prSet>
      <dgm:spPr/>
    </dgm:pt>
    <dgm:pt modelId="{E7FE6B8E-4401-49AC-A368-94135EB1FC01}" type="pres">
      <dgm:prSet presAssocID="{078635F7-25FA-4902-B00C-3F414FE845D5}" presName="hierChild2" presStyleCnt="0"/>
      <dgm:spPr/>
    </dgm:pt>
  </dgm:ptLst>
  <dgm:cxnLst>
    <dgm:cxn modelId="{D8A95521-4BCE-4171-AA25-8BB8ABBD90A6}" srcId="{23A26800-C497-44CC-AA5C-5AF4A08A5DB6}" destId="{FF238A2E-3C0F-4DF1-987A-E4C3EF2E6234}" srcOrd="1" destOrd="0" parTransId="{7F1A303E-5418-485F-BA22-2115E7022651}" sibTransId="{B31A2222-2616-41EB-965B-9D97CA87F069}"/>
    <dgm:cxn modelId="{BE9DBE3C-38E2-4251-8C15-129A30C5B5F6}" srcId="{23A26800-C497-44CC-AA5C-5AF4A08A5DB6}" destId="{01869007-2CE1-4293-8A97-E5F99FA6833A}" srcOrd="0" destOrd="0" parTransId="{48A1B2F4-8CC8-4ACE-A647-9F8EDC0C5FB5}" sibTransId="{F3C6462F-181A-46BA-8659-43D84621B494}"/>
    <dgm:cxn modelId="{2C44B84B-F663-45E5-9BA4-3481B23F4690}" type="presOf" srcId="{01869007-2CE1-4293-8A97-E5F99FA6833A}" destId="{9C17A813-A036-4692-A315-B72CD5B94425}" srcOrd="0" destOrd="0" presId="urn:microsoft.com/office/officeart/2005/8/layout/hierarchy1"/>
    <dgm:cxn modelId="{8A4BC16E-0B5C-40A8-B2AE-F17E11A4CA4B}" srcId="{23A26800-C497-44CC-AA5C-5AF4A08A5DB6}" destId="{078635F7-25FA-4902-B00C-3F414FE845D5}" srcOrd="2" destOrd="0" parTransId="{5EA60CEB-B3E8-4EF2-B361-F4A79A5248DF}" sibTransId="{C21BE282-89C5-45DA-9D6F-07F88971129D}"/>
    <dgm:cxn modelId="{EA590983-610F-49C8-A769-96C90ECB6831}" type="presOf" srcId="{078635F7-25FA-4902-B00C-3F414FE845D5}" destId="{742912D9-833C-4E6D-8F2D-563C3505FB20}" srcOrd="0" destOrd="0" presId="urn:microsoft.com/office/officeart/2005/8/layout/hierarchy1"/>
    <dgm:cxn modelId="{41EA2A8D-6E61-43D0-BB0A-58D6A2D1AAD5}" type="presOf" srcId="{23A26800-C497-44CC-AA5C-5AF4A08A5DB6}" destId="{3BB6CD10-12CC-40A8-9F19-5C3C7C2ABE0C}" srcOrd="0" destOrd="0" presId="urn:microsoft.com/office/officeart/2005/8/layout/hierarchy1"/>
    <dgm:cxn modelId="{0FC9C5E0-3581-48C9-810C-0503487E5B72}" type="presOf" srcId="{FF238A2E-3C0F-4DF1-987A-E4C3EF2E6234}" destId="{22409AAA-15B9-4270-9E08-14F941581923}" srcOrd="0" destOrd="0" presId="urn:microsoft.com/office/officeart/2005/8/layout/hierarchy1"/>
    <dgm:cxn modelId="{214B0052-F611-43D7-AF85-4DDED68C9610}" type="presParOf" srcId="{3BB6CD10-12CC-40A8-9F19-5C3C7C2ABE0C}" destId="{7EC6E438-B80E-4976-8C9E-3D4DD81852C9}" srcOrd="0" destOrd="0" presId="urn:microsoft.com/office/officeart/2005/8/layout/hierarchy1"/>
    <dgm:cxn modelId="{BB926785-8F98-4584-AA04-FB81363E6B74}" type="presParOf" srcId="{7EC6E438-B80E-4976-8C9E-3D4DD81852C9}" destId="{DF7CA454-30D9-4FF1-9FA8-5AEA1B01E4CA}" srcOrd="0" destOrd="0" presId="urn:microsoft.com/office/officeart/2005/8/layout/hierarchy1"/>
    <dgm:cxn modelId="{249EE16B-0D74-4D0E-9333-6EE3248CC290}" type="presParOf" srcId="{DF7CA454-30D9-4FF1-9FA8-5AEA1B01E4CA}" destId="{DAAA93C6-E916-4804-B796-7415D435F46D}" srcOrd="0" destOrd="0" presId="urn:microsoft.com/office/officeart/2005/8/layout/hierarchy1"/>
    <dgm:cxn modelId="{AD120BBE-8A60-43C4-BAEC-B8986D895D65}" type="presParOf" srcId="{DF7CA454-30D9-4FF1-9FA8-5AEA1B01E4CA}" destId="{9C17A813-A036-4692-A315-B72CD5B94425}" srcOrd="1" destOrd="0" presId="urn:microsoft.com/office/officeart/2005/8/layout/hierarchy1"/>
    <dgm:cxn modelId="{D5ACE7FE-98A2-4448-B3C4-AABA2FB46C15}" type="presParOf" srcId="{7EC6E438-B80E-4976-8C9E-3D4DD81852C9}" destId="{CA6A12FA-2AAA-4FF4-81CE-59C8CD6C6BF2}" srcOrd="1" destOrd="0" presId="urn:microsoft.com/office/officeart/2005/8/layout/hierarchy1"/>
    <dgm:cxn modelId="{121B2605-899A-4944-A040-ED4B805C016B}" type="presParOf" srcId="{3BB6CD10-12CC-40A8-9F19-5C3C7C2ABE0C}" destId="{55189494-EDF8-4AB9-A075-CA83DADCCED3}" srcOrd="1" destOrd="0" presId="urn:microsoft.com/office/officeart/2005/8/layout/hierarchy1"/>
    <dgm:cxn modelId="{869FCEB4-17EE-4038-B28D-072F4375B626}" type="presParOf" srcId="{55189494-EDF8-4AB9-A075-CA83DADCCED3}" destId="{CA06C9AC-7D7F-4C54-9904-5D7B3B15DCBD}" srcOrd="0" destOrd="0" presId="urn:microsoft.com/office/officeart/2005/8/layout/hierarchy1"/>
    <dgm:cxn modelId="{85FDF7EF-D7E5-4B95-A552-54833E38794E}" type="presParOf" srcId="{CA06C9AC-7D7F-4C54-9904-5D7B3B15DCBD}" destId="{9B5C19A4-CEB3-4161-9D1F-A509C9907AB2}" srcOrd="0" destOrd="0" presId="urn:microsoft.com/office/officeart/2005/8/layout/hierarchy1"/>
    <dgm:cxn modelId="{18BCBDB2-DECC-417F-82C8-03ADA6F6D4E5}" type="presParOf" srcId="{CA06C9AC-7D7F-4C54-9904-5D7B3B15DCBD}" destId="{22409AAA-15B9-4270-9E08-14F941581923}" srcOrd="1" destOrd="0" presId="urn:microsoft.com/office/officeart/2005/8/layout/hierarchy1"/>
    <dgm:cxn modelId="{F87CAA86-CDF0-41C7-A634-B1D1849F01A5}" type="presParOf" srcId="{55189494-EDF8-4AB9-A075-CA83DADCCED3}" destId="{BAB4AF46-9FD2-4268-97CB-3DF0D7641931}" srcOrd="1" destOrd="0" presId="urn:microsoft.com/office/officeart/2005/8/layout/hierarchy1"/>
    <dgm:cxn modelId="{3C7108B0-F4AD-42F6-B230-0B9F6173AA3F}" type="presParOf" srcId="{3BB6CD10-12CC-40A8-9F19-5C3C7C2ABE0C}" destId="{A71CC239-786F-4D91-8943-DB11540FE44A}" srcOrd="2" destOrd="0" presId="urn:microsoft.com/office/officeart/2005/8/layout/hierarchy1"/>
    <dgm:cxn modelId="{4198F3CC-F2F0-4CDD-A515-A6EC3ABD1926}" type="presParOf" srcId="{A71CC239-786F-4D91-8943-DB11540FE44A}" destId="{7E3323FB-275E-4E42-9303-199AD68AA05C}" srcOrd="0" destOrd="0" presId="urn:microsoft.com/office/officeart/2005/8/layout/hierarchy1"/>
    <dgm:cxn modelId="{DA5EFE9F-0BB5-4EF8-8816-19B348BB9D4D}" type="presParOf" srcId="{7E3323FB-275E-4E42-9303-199AD68AA05C}" destId="{8FF03CBC-FD59-485C-A863-07A9C9955C39}" srcOrd="0" destOrd="0" presId="urn:microsoft.com/office/officeart/2005/8/layout/hierarchy1"/>
    <dgm:cxn modelId="{CCD142CC-E7F5-4967-B12D-0E73295059CF}" type="presParOf" srcId="{7E3323FB-275E-4E42-9303-199AD68AA05C}" destId="{742912D9-833C-4E6D-8F2D-563C3505FB20}" srcOrd="1" destOrd="0" presId="urn:microsoft.com/office/officeart/2005/8/layout/hierarchy1"/>
    <dgm:cxn modelId="{77C02CF3-518A-46E5-B774-0601A1342660}" type="presParOf" srcId="{A71CC239-786F-4D91-8943-DB11540FE44A}" destId="{E7FE6B8E-4401-49AC-A368-94135EB1FC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1131297-74FB-4FB5-9DB0-83D734A34B94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CD9200E-39B8-48D3-A3AF-7DC4EEC7ECE7}">
      <dgm:prSet/>
      <dgm:spPr/>
      <dgm:t>
        <a:bodyPr/>
        <a:lstStyle/>
        <a:p>
          <a:r>
            <a:rPr lang="en-US"/>
            <a:t>1. Verkkoselaimet (Chrome, Firefox) – koska niitä käytetään jatkuvasti</a:t>
          </a:r>
        </a:p>
      </dgm:t>
    </dgm:pt>
    <dgm:pt modelId="{FC84E4E7-D477-4B28-8E98-F953ECF4F26E}" type="parTrans" cxnId="{49DCA9B5-AF19-4D2E-A971-EFE0B7A30AA6}">
      <dgm:prSet/>
      <dgm:spPr/>
      <dgm:t>
        <a:bodyPr/>
        <a:lstStyle/>
        <a:p>
          <a:endParaRPr lang="en-US"/>
        </a:p>
      </dgm:t>
    </dgm:pt>
    <dgm:pt modelId="{46D7A71C-4F80-4622-BB6E-8A5DBB22F63C}" type="sibTrans" cxnId="{49DCA9B5-AF19-4D2E-A971-EFE0B7A30AA6}">
      <dgm:prSet/>
      <dgm:spPr/>
      <dgm:t>
        <a:bodyPr/>
        <a:lstStyle/>
        <a:p>
          <a:endParaRPr lang="en-US"/>
        </a:p>
      </dgm:t>
    </dgm:pt>
    <dgm:pt modelId="{962C9602-D502-4489-9F52-EC3E594A1CA9}">
      <dgm:prSet/>
      <dgm:spPr/>
      <dgm:t>
        <a:bodyPr/>
        <a:lstStyle/>
        <a:p>
          <a:r>
            <a:rPr lang="en-US"/>
            <a:t>2. Sähköpostiohjelmat – mahdollisuus haittaliitteisiin</a:t>
          </a:r>
        </a:p>
      </dgm:t>
    </dgm:pt>
    <dgm:pt modelId="{192464F4-107C-4E74-A3EA-1DCFA65DD920}" type="parTrans" cxnId="{193E2205-8E82-4DB6-9FB2-C2FA794FF338}">
      <dgm:prSet/>
      <dgm:spPr/>
      <dgm:t>
        <a:bodyPr/>
        <a:lstStyle/>
        <a:p>
          <a:endParaRPr lang="en-US"/>
        </a:p>
      </dgm:t>
    </dgm:pt>
    <dgm:pt modelId="{DAF29FD7-B20B-49D4-A6BB-047D1F527AA5}" type="sibTrans" cxnId="{193E2205-8E82-4DB6-9FB2-C2FA794FF338}">
      <dgm:prSet/>
      <dgm:spPr/>
      <dgm:t>
        <a:bodyPr/>
        <a:lstStyle/>
        <a:p>
          <a:endParaRPr lang="en-US"/>
        </a:p>
      </dgm:t>
    </dgm:pt>
    <dgm:pt modelId="{F8FFF842-DC87-499C-AD86-7A7601E1766C}">
      <dgm:prSet/>
      <dgm:spPr/>
      <dgm:t>
        <a:bodyPr/>
        <a:lstStyle/>
        <a:p>
          <a:r>
            <a:rPr lang="en-US"/>
            <a:t>3. Käyttöjärjestelmät – suurin hyökkäyspinta-ala</a:t>
          </a:r>
        </a:p>
      </dgm:t>
    </dgm:pt>
    <dgm:pt modelId="{6E32CD31-160C-4284-91F0-FC6F0EF52295}" type="parTrans" cxnId="{E72EE9AB-96B1-4D4D-8B48-554A2BAF5E42}">
      <dgm:prSet/>
      <dgm:spPr/>
      <dgm:t>
        <a:bodyPr/>
        <a:lstStyle/>
        <a:p>
          <a:endParaRPr lang="en-US"/>
        </a:p>
      </dgm:t>
    </dgm:pt>
    <dgm:pt modelId="{3282C7B7-E7A2-43C7-8889-A4B4F765F8F8}" type="sibTrans" cxnId="{E72EE9AB-96B1-4D4D-8B48-554A2BAF5E42}">
      <dgm:prSet/>
      <dgm:spPr/>
      <dgm:t>
        <a:bodyPr/>
        <a:lstStyle/>
        <a:p>
          <a:endParaRPr lang="en-US"/>
        </a:p>
      </dgm:t>
    </dgm:pt>
    <dgm:pt modelId="{5FCD979A-1D84-41E9-AE63-0C06B3A0998E}">
      <dgm:prSet/>
      <dgm:spPr/>
      <dgm:t>
        <a:bodyPr/>
        <a:lstStyle/>
        <a:p>
          <a:r>
            <a:rPr lang="en-US"/>
            <a:t>4. Vanhat lisäosat (Java, Flash) – tunnettuja haavoittuvuuksia</a:t>
          </a:r>
        </a:p>
      </dgm:t>
    </dgm:pt>
    <dgm:pt modelId="{EEB48372-622E-4ACD-A307-5C6A9D7E4F41}" type="parTrans" cxnId="{4EA4079F-8DD8-4389-96EE-85BDAD0A004A}">
      <dgm:prSet/>
      <dgm:spPr/>
      <dgm:t>
        <a:bodyPr/>
        <a:lstStyle/>
        <a:p>
          <a:endParaRPr lang="en-US"/>
        </a:p>
      </dgm:t>
    </dgm:pt>
    <dgm:pt modelId="{79D02E58-0819-418D-A559-6DB11189CD11}" type="sibTrans" cxnId="{4EA4079F-8DD8-4389-96EE-85BDAD0A004A}">
      <dgm:prSet/>
      <dgm:spPr/>
      <dgm:t>
        <a:bodyPr/>
        <a:lstStyle/>
        <a:p>
          <a:endParaRPr lang="en-US"/>
        </a:p>
      </dgm:t>
    </dgm:pt>
    <dgm:pt modelId="{AD3B3E97-09D8-4553-8FCD-96476859F430}" type="pres">
      <dgm:prSet presAssocID="{61131297-74FB-4FB5-9DB0-83D734A34B94}" presName="Name0" presStyleCnt="0">
        <dgm:presLayoutVars>
          <dgm:dir/>
          <dgm:animLvl val="lvl"/>
          <dgm:resizeHandles val="exact"/>
        </dgm:presLayoutVars>
      </dgm:prSet>
      <dgm:spPr/>
    </dgm:pt>
    <dgm:pt modelId="{BBE9D542-E1DF-4568-8DA6-5CCF98A951D5}" type="pres">
      <dgm:prSet presAssocID="{ECD9200E-39B8-48D3-A3AF-7DC4EEC7ECE7}" presName="linNode" presStyleCnt="0"/>
      <dgm:spPr/>
    </dgm:pt>
    <dgm:pt modelId="{E69123FB-6CBE-4818-851C-BAC65C90A5DD}" type="pres">
      <dgm:prSet presAssocID="{ECD9200E-39B8-48D3-A3AF-7DC4EEC7ECE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2785F59-F4DA-4E47-9981-153CB7C97F04}" type="pres">
      <dgm:prSet presAssocID="{46D7A71C-4F80-4622-BB6E-8A5DBB22F63C}" presName="sp" presStyleCnt="0"/>
      <dgm:spPr/>
    </dgm:pt>
    <dgm:pt modelId="{FC6C0EF8-3F40-415C-8169-BC1A74ECD15D}" type="pres">
      <dgm:prSet presAssocID="{962C9602-D502-4489-9F52-EC3E594A1CA9}" presName="linNode" presStyleCnt="0"/>
      <dgm:spPr/>
    </dgm:pt>
    <dgm:pt modelId="{9F4A08AC-3CF6-419B-ADD9-230DA1A6A4B7}" type="pres">
      <dgm:prSet presAssocID="{962C9602-D502-4489-9F52-EC3E594A1CA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ED87930-C28A-43EF-939A-6ED76D5095D8}" type="pres">
      <dgm:prSet presAssocID="{DAF29FD7-B20B-49D4-A6BB-047D1F527AA5}" presName="sp" presStyleCnt="0"/>
      <dgm:spPr/>
    </dgm:pt>
    <dgm:pt modelId="{C8511030-A9EE-4927-A30E-6601E29D1575}" type="pres">
      <dgm:prSet presAssocID="{F8FFF842-DC87-499C-AD86-7A7601E1766C}" presName="linNode" presStyleCnt="0"/>
      <dgm:spPr/>
    </dgm:pt>
    <dgm:pt modelId="{778CA31E-1133-4239-A95C-DA951E2E0827}" type="pres">
      <dgm:prSet presAssocID="{F8FFF842-DC87-499C-AD86-7A7601E1766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B83ECC9-BABC-4FB1-B9D9-D33F0E705C43}" type="pres">
      <dgm:prSet presAssocID="{3282C7B7-E7A2-43C7-8889-A4B4F765F8F8}" presName="sp" presStyleCnt="0"/>
      <dgm:spPr/>
    </dgm:pt>
    <dgm:pt modelId="{D8581B4A-89C0-4067-9DCC-6E63CC8293BB}" type="pres">
      <dgm:prSet presAssocID="{5FCD979A-1D84-41E9-AE63-0C06B3A0998E}" presName="linNode" presStyleCnt="0"/>
      <dgm:spPr/>
    </dgm:pt>
    <dgm:pt modelId="{2959539A-1A3E-427F-B822-4051CDBFB7DC}" type="pres">
      <dgm:prSet presAssocID="{5FCD979A-1D84-41E9-AE63-0C06B3A0998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93E2205-8E82-4DB6-9FB2-C2FA794FF338}" srcId="{61131297-74FB-4FB5-9DB0-83D734A34B94}" destId="{962C9602-D502-4489-9F52-EC3E594A1CA9}" srcOrd="1" destOrd="0" parTransId="{192464F4-107C-4E74-A3EA-1DCFA65DD920}" sibTransId="{DAF29FD7-B20B-49D4-A6BB-047D1F527AA5}"/>
    <dgm:cxn modelId="{5855A312-CE6D-4D0B-A340-9E572F740152}" type="presOf" srcId="{5FCD979A-1D84-41E9-AE63-0C06B3A0998E}" destId="{2959539A-1A3E-427F-B822-4051CDBFB7DC}" srcOrd="0" destOrd="0" presId="urn:microsoft.com/office/officeart/2005/8/layout/vList5"/>
    <dgm:cxn modelId="{9E9F7878-9227-4796-AF7C-59F1E1AEB2EF}" type="presOf" srcId="{61131297-74FB-4FB5-9DB0-83D734A34B94}" destId="{AD3B3E97-09D8-4553-8FCD-96476859F430}" srcOrd="0" destOrd="0" presId="urn:microsoft.com/office/officeart/2005/8/layout/vList5"/>
    <dgm:cxn modelId="{4EA4079F-8DD8-4389-96EE-85BDAD0A004A}" srcId="{61131297-74FB-4FB5-9DB0-83D734A34B94}" destId="{5FCD979A-1D84-41E9-AE63-0C06B3A0998E}" srcOrd="3" destOrd="0" parTransId="{EEB48372-622E-4ACD-A307-5C6A9D7E4F41}" sibTransId="{79D02E58-0819-418D-A559-6DB11189CD11}"/>
    <dgm:cxn modelId="{E72EE9AB-96B1-4D4D-8B48-554A2BAF5E42}" srcId="{61131297-74FB-4FB5-9DB0-83D734A34B94}" destId="{F8FFF842-DC87-499C-AD86-7A7601E1766C}" srcOrd="2" destOrd="0" parTransId="{6E32CD31-160C-4284-91F0-FC6F0EF52295}" sibTransId="{3282C7B7-E7A2-43C7-8889-A4B4F765F8F8}"/>
    <dgm:cxn modelId="{49DCA9B5-AF19-4D2E-A971-EFE0B7A30AA6}" srcId="{61131297-74FB-4FB5-9DB0-83D734A34B94}" destId="{ECD9200E-39B8-48D3-A3AF-7DC4EEC7ECE7}" srcOrd="0" destOrd="0" parTransId="{FC84E4E7-D477-4B28-8E98-F953ECF4F26E}" sibTransId="{46D7A71C-4F80-4622-BB6E-8A5DBB22F63C}"/>
    <dgm:cxn modelId="{AB66E5EB-E8E1-4A13-983F-443255C8237B}" type="presOf" srcId="{ECD9200E-39B8-48D3-A3AF-7DC4EEC7ECE7}" destId="{E69123FB-6CBE-4818-851C-BAC65C90A5DD}" srcOrd="0" destOrd="0" presId="urn:microsoft.com/office/officeart/2005/8/layout/vList5"/>
    <dgm:cxn modelId="{26FD40F6-A649-4329-8B52-B21A6E2A0688}" type="presOf" srcId="{F8FFF842-DC87-499C-AD86-7A7601E1766C}" destId="{778CA31E-1133-4239-A95C-DA951E2E0827}" srcOrd="0" destOrd="0" presId="urn:microsoft.com/office/officeart/2005/8/layout/vList5"/>
    <dgm:cxn modelId="{984817F9-B077-4582-BA3C-716638E8F132}" type="presOf" srcId="{962C9602-D502-4489-9F52-EC3E594A1CA9}" destId="{9F4A08AC-3CF6-419B-ADD9-230DA1A6A4B7}" srcOrd="0" destOrd="0" presId="urn:microsoft.com/office/officeart/2005/8/layout/vList5"/>
    <dgm:cxn modelId="{66D8D4E4-5657-464B-A693-8819E87B1C02}" type="presParOf" srcId="{AD3B3E97-09D8-4553-8FCD-96476859F430}" destId="{BBE9D542-E1DF-4568-8DA6-5CCF98A951D5}" srcOrd="0" destOrd="0" presId="urn:microsoft.com/office/officeart/2005/8/layout/vList5"/>
    <dgm:cxn modelId="{0D2AFE3A-10BB-4007-B845-8230863F5271}" type="presParOf" srcId="{BBE9D542-E1DF-4568-8DA6-5CCF98A951D5}" destId="{E69123FB-6CBE-4818-851C-BAC65C90A5DD}" srcOrd="0" destOrd="0" presId="urn:microsoft.com/office/officeart/2005/8/layout/vList5"/>
    <dgm:cxn modelId="{2B17761A-437F-4707-8F91-CDB83E186681}" type="presParOf" srcId="{AD3B3E97-09D8-4553-8FCD-96476859F430}" destId="{72785F59-F4DA-4E47-9981-153CB7C97F04}" srcOrd="1" destOrd="0" presId="urn:microsoft.com/office/officeart/2005/8/layout/vList5"/>
    <dgm:cxn modelId="{E9BD45A8-9808-438C-9A94-4052BB1E5D98}" type="presParOf" srcId="{AD3B3E97-09D8-4553-8FCD-96476859F430}" destId="{FC6C0EF8-3F40-415C-8169-BC1A74ECD15D}" srcOrd="2" destOrd="0" presId="urn:microsoft.com/office/officeart/2005/8/layout/vList5"/>
    <dgm:cxn modelId="{3705D2B9-843B-42BE-A414-5A3F5D45D02A}" type="presParOf" srcId="{FC6C0EF8-3F40-415C-8169-BC1A74ECD15D}" destId="{9F4A08AC-3CF6-419B-ADD9-230DA1A6A4B7}" srcOrd="0" destOrd="0" presId="urn:microsoft.com/office/officeart/2005/8/layout/vList5"/>
    <dgm:cxn modelId="{792495E0-66EC-4126-9223-FE7D97FF6534}" type="presParOf" srcId="{AD3B3E97-09D8-4553-8FCD-96476859F430}" destId="{5ED87930-C28A-43EF-939A-6ED76D5095D8}" srcOrd="3" destOrd="0" presId="urn:microsoft.com/office/officeart/2005/8/layout/vList5"/>
    <dgm:cxn modelId="{ACE757FE-8D58-4585-8FF6-C7F64E4BA59F}" type="presParOf" srcId="{AD3B3E97-09D8-4553-8FCD-96476859F430}" destId="{C8511030-A9EE-4927-A30E-6601E29D1575}" srcOrd="4" destOrd="0" presId="urn:microsoft.com/office/officeart/2005/8/layout/vList5"/>
    <dgm:cxn modelId="{9EB41604-7787-45BF-A495-30A4A96DE2E5}" type="presParOf" srcId="{C8511030-A9EE-4927-A30E-6601E29D1575}" destId="{778CA31E-1133-4239-A95C-DA951E2E0827}" srcOrd="0" destOrd="0" presId="urn:microsoft.com/office/officeart/2005/8/layout/vList5"/>
    <dgm:cxn modelId="{0936F939-FCE1-45ED-B644-8966FC223CE7}" type="presParOf" srcId="{AD3B3E97-09D8-4553-8FCD-96476859F430}" destId="{3B83ECC9-BABC-4FB1-B9D9-D33F0E705C43}" srcOrd="5" destOrd="0" presId="urn:microsoft.com/office/officeart/2005/8/layout/vList5"/>
    <dgm:cxn modelId="{F405843B-29BD-413E-BF87-A71D480434FD}" type="presParOf" srcId="{AD3B3E97-09D8-4553-8FCD-96476859F430}" destId="{D8581B4A-89C0-4067-9DCC-6E63CC8293BB}" srcOrd="6" destOrd="0" presId="urn:microsoft.com/office/officeart/2005/8/layout/vList5"/>
    <dgm:cxn modelId="{08A205E4-9F13-4526-94E4-A4F8B4DA2756}" type="presParOf" srcId="{D8581B4A-89C0-4067-9DCC-6E63CC8293BB}" destId="{2959539A-1A3E-427F-B822-4051CDBFB7D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6CF0BD0-10B8-4A71-9F42-7E495643A43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3956D4A-48B0-4EC3-BE59-D62119E87DD7}">
      <dgm:prSet/>
      <dgm:spPr/>
      <dgm:t>
        <a:bodyPr/>
        <a:lstStyle/>
        <a:p>
          <a:r>
            <a:rPr lang="en-US"/>
            <a:t>UAC (Windows): varmistus ennen järjestelmätason muutoksia</a:t>
          </a:r>
        </a:p>
      </dgm:t>
    </dgm:pt>
    <dgm:pt modelId="{4DC30FC6-E75B-4586-A81C-CDF5A6BF7C34}" type="parTrans" cxnId="{6C3A4BF2-D29E-4194-80CE-ED5FA159EE1D}">
      <dgm:prSet/>
      <dgm:spPr/>
      <dgm:t>
        <a:bodyPr/>
        <a:lstStyle/>
        <a:p>
          <a:endParaRPr lang="en-US"/>
        </a:p>
      </dgm:t>
    </dgm:pt>
    <dgm:pt modelId="{E0874A51-72F2-43B8-8503-0D04252FBB47}" type="sibTrans" cxnId="{6C3A4BF2-D29E-4194-80CE-ED5FA159EE1D}">
      <dgm:prSet/>
      <dgm:spPr/>
      <dgm:t>
        <a:bodyPr/>
        <a:lstStyle/>
        <a:p>
          <a:endParaRPr lang="en-US"/>
        </a:p>
      </dgm:t>
    </dgm:pt>
    <dgm:pt modelId="{515B2C6E-4462-41C3-939A-A3CBFEE0E325}">
      <dgm:prSet/>
      <dgm:spPr/>
      <dgm:t>
        <a:bodyPr/>
        <a:lstStyle/>
        <a:p>
          <a:r>
            <a:rPr lang="en-US"/>
            <a:t>SUDO (Linux): komentopohjainen tilapäinen ylläpitäjäoikeus</a:t>
          </a:r>
        </a:p>
      </dgm:t>
    </dgm:pt>
    <dgm:pt modelId="{40B62898-EE77-457E-88E6-564D45020D8C}" type="parTrans" cxnId="{7019F635-3ED2-4B93-941A-FEED1A67ECFD}">
      <dgm:prSet/>
      <dgm:spPr/>
      <dgm:t>
        <a:bodyPr/>
        <a:lstStyle/>
        <a:p>
          <a:endParaRPr lang="en-US"/>
        </a:p>
      </dgm:t>
    </dgm:pt>
    <dgm:pt modelId="{4E994EF1-1F45-4126-9933-C3A3658F6EB7}" type="sibTrans" cxnId="{7019F635-3ED2-4B93-941A-FEED1A67ECFD}">
      <dgm:prSet/>
      <dgm:spPr/>
      <dgm:t>
        <a:bodyPr/>
        <a:lstStyle/>
        <a:p>
          <a:endParaRPr lang="en-US"/>
        </a:p>
      </dgm:t>
    </dgm:pt>
    <dgm:pt modelId="{C4DBCA1F-FBB3-485B-A86D-8BCF6B4AEED9}">
      <dgm:prSet/>
      <dgm:spPr/>
      <dgm:t>
        <a:bodyPr/>
        <a:lstStyle/>
        <a:p>
          <a:r>
            <a:rPr lang="en-US"/>
            <a:t>Run as Administrator: ohjelma ajetaan laajemmilla oikeuksilla</a:t>
          </a:r>
        </a:p>
      </dgm:t>
    </dgm:pt>
    <dgm:pt modelId="{35690923-DDE2-404D-ADDC-B3AB18C5A7BF}" type="parTrans" cxnId="{1EE9B588-B327-4450-B3C1-C8ACABB87D12}">
      <dgm:prSet/>
      <dgm:spPr/>
      <dgm:t>
        <a:bodyPr/>
        <a:lstStyle/>
        <a:p>
          <a:endParaRPr lang="en-US"/>
        </a:p>
      </dgm:t>
    </dgm:pt>
    <dgm:pt modelId="{4251B501-6C6D-457A-91F7-DE111EA65928}" type="sibTrans" cxnId="{1EE9B588-B327-4450-B3C1-C8ACABB87D12}">
      <dgm:prSet/>
      <dgm:spPr/>
      <dgm:t>
        <a:bodyPr/>
        <a:lstStyle/>
        <a:p>
          <a:endParaRPr lang="en-US"/>
        </a:p>
      </dgm:t>
    </dgm:pt>
    <dgm:pt modelId="{9EA8D41A-9F91-4EC0-9DEA-E39F0E4D7B8F}" type="pres">
      <dgm:prSet presAssocID="{06CF0BD0-10B8-4A71-9F42-7E495643A43A}" presName="root" presStyleCnt="0">
        <dgm:presLayoutVars>
          <dgm:dir/>
          <dgm:resizeHandles val="exact"/>
        </dgm:presLayoutVars>
      </dgm:prSet>
      <dgm:spPr/>
    </dgm:pt>
    <dgm:pt modelId="{A87FC6D6-1D24-419F-9BC2-1C8DEF392747}" type="pres">
      <dgm:prSet presAssocID="{43956D4A-48B0-4EC3-BE59-D62119E87DD7}" presName="compNode" presStyleCnt="0"/>
      <dgm:spPr/>
    </dgm:pt>
    <dgm:pt modelId="{ED6F0670-12E4-4E2D-826A-8994053E0CEF}" type="pres">
      <dgm:prSet presAssocID="{43956D4A-48B0-4EC3-BE59-D62119E87D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95EB23C5-E3E5-41AD-8046-9A9CA3E17AC0}" type="pres">
      <dgm:prSet presAssocID="{43956D4A-48B0-4EC3-BE59-D62119E87DD7}" presName="spaceRect" presStyleCnt="0"/>
      <dgm:spPr/>
    </dgm:pt>
    <dgm:pt modelId="{5DD7B44E-FDF2-4B66-95A9-A5DFFD96F4E7}" type="pres">
      <dgm:prSet presAssocID="{43956D4A-48B0-4EC3-BE59-D62119E87DD7}" presName="textRect" presStyleLbl="revTx" presStyleIdx="0" presStyleCnt="3">
        <dgm:presLayoutVars>
          <dgm:chMax val="1"/>
          <dgm:chPref val="1"/>
        </dgm:presLayoutVars>
      </dgm:prSet>
      <dgm:spPr/>
    </dgm:pt>
    <dgm:pt modelId="{27106794-FBF9-4BF0-80DD-5E848A79CB7C}" type="pres">
      <dgm:prSet presAssocID="{E0874A51-72F2-43B8-8503-0D04252FBB47}" presName="sibTrans" presStyleCnt="0"/>
      <dgm:spPr/>
    </dgm:pt>
    <dgm:pt modelId="{947ABA6E-B3E1-4178-8ECB-BC485A2021A3}" type="pres">
      <dgm:prSet presAssocID="{515B2C6E-4462-41C3-939A-A3CBFEE0E325}" presName="compNode" presStyleCnt="0"/>
      <dgm:spPr/>
    </dgm:pt>
    <dgm:pt modelId="{C6A18B18-1710-4418-989C-6DD914068128}" type="pres">
      <dgm:prSet presAssocID="{515B2C6E-4462-41C3-939A-A3CBFEE0E3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sessori"/>
        </a:ext>
      </dgm:extLst>
    </dgm:pt>
    <dgm:pt modelId="{E00AF0BB-A0D3-4CD4-B930-2A32ED1989D7}" type="pres">
      <dgm:prSet presAssocID="{515B2C6E-4462-41C3-939A-A3CBFEE0E325}" presName="spaceRect" presStyleCnt="0"/>
      <dgm:spPr/>
    </dgm:pt>
    <dgm:pt modelId="{DB3E8326-04AA-473A-BBFD-E7F347DB0220}" type="pres">
      <dgm:prSet presAssocID="{515B2C6E-4462-41C3-939A-A3CBFEE0E325}" presName="textRect" presStyleLbl="revTx" presStyleIdx="1" presStyleCnt="3">
        <dgm:presLayoutVars>
          <dgm:chMax val="1"/>
          <dgm:chPref val="1"/>
        </dgm:presLayoutVars>
      </dgm:prSet>
      <dgm:spPr/>
    </dgm:pt>
    <dgm:pt modelId="{75CC16A7-E19F-4B61-9104-E308DAF9CE79}" type="pres">
      <dgm:prSet presAssocID="{4E994EF1-1F45-4126-9933-C3A3658F6EB7}" presName="sibTrans" presStyleCnt="0"/>
      <dgm:spPr/>
    </dgm:pt>
    <dgm:pt modelId="{6B0C47DF-006D-405A-887B-4D111808E7B4}" type="pres">
      <dgm:prSet presAssocID="{C4DBCA1F-FBB3-485B-A86D-8BCF6B4AEED9}" presName="compNode" presStyleCnt="0"/>
      <dgm:spPr/>
    </dgm:pt>
    <dgm:pt modelId="{3CF625E1-B294-43C9-A045-290E33884447}" type="pres">
      <dgm:prSet presAssocID="{C4DBCA1F-FBB3-485B-A86D-8BCF6B4AEE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orita"/>
        </a:ext>
      </dgm:extLst>
    </dgm:pt>
    <dgm:pt modelId="{D3E22639-5A87-4900-B4BE-3845A9732D38}" type="pres">
      <dgm:prSet presAssocID="{C4DBCA1F-FBB3-485B-A86D-8BCF6B4AEED9}" presName="spaceRect" presStyleCnt="0"/>
      <dgm:spPr/>
    </dgm:pt>
    <dgm:pt modelId="{AE0C4AC3-2D9E-4D0F-BD15-649C85883796}" type="pres">
      <dgm:prSet presAssocID="{C4DBCA1F-FBB3-485B-A86D-8BCF6B4AEE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2435C01-A496-4B04-9D5A-3EAC7E0EB1FF}" type="presOf" srcId="{515B2C6E-4462-41C3-939A-A3CBFEE0E325}" destId="{DB3E8326-04AA-473A-BBFD-E7F347DB0220}" srcOrd="0" destOrd="0" presId="urn:microsoft.com/office/officeart/2018/2/layout/IconLabelList"/>
    <dgm:cxn modelId="{7019F635-3ED2-4B93-941A-FEED1A67ECFD}" srcId="{06CF0BD0-10B8-4A71-9F42-7E495643A43A}" destId="{515B2C6E-4462-41C3-939A-A3CBFEE0E325}" srcOrd="1" destOrd="0" parTransId="{40B62898-EE77-457E-88E6-564D45020D8C}" sibTransId="{4E994EF1-1F45-4126-9933-C3A3658F6EB7}"/>
    <dgm:cxn modelId="{9F43CE65-B235-480A-80E9-1B7F89602F59}" type="presOf" srcId="{43956D4A-48B0-4EC3-BE59-D62119E87DD7}" destId="{5DD7B44E-FDF2-4B66-95A9-A5DFFD96F4E7}" srcOrd="0" destOrd="0" presId="urn:microsoft.com/office/officeart/2018/2/layout/IconLabelList"/>
    <dgm:cxn modelId="{1EE9B588-B327-4450-B3C1-C8ACABB87D12}" srcId="{06CF0BD0-10B8-4A71-9F42-7E495643A43A}" destId="{C4DBCA1F-FBB3-485B-A86D-8BCF6B4AEED9}" srcOrd="2" destOrd="0" parTransId="{35690923-DDE2-404D-ADDC-B3AB18C5A7BF}" sibTransId="{4251B501-6C6D-457A-91F7-DE111EA65928}"/>
    <dgm:cxn modelId="{6F5C0A9E-25D5-4CDA-B7CD-E24DCC8784D1}" type="presOf" srcId="{C4DBCA1F-FBB3-485B-A86D-8BCF6B4AEED9}" destId="{AE0C4AC3-2D9E-4D0F-BD15-649C85883796}" srcOrd="0" destOrd="0" presId="urn:microsoft.com/office/officeart/2018/2/layout/IconLabelList"/>
    <dgm:cxn modelId="{0B4FACE7-0056-44BB-B497-2BA6D10AE7D7}" type="presOf" srcId="{06CF0BD0-10B8-4A71-9F42-7E495643A43A}" destId="{9EA8D41A-9F91-4EC0-9DEA-E39F0E4D7B8F}" srcOrd="0" destOrd="0" presId="urn:microsoft.com/office/officeart/2018/2/layout/IconLabelList"/>
    <dgm:cxn modelId="{6C3A4BF2-D29E-4194-80CE-ED5FA159EE1D}" srcId="{06CF0BD0-10B8-4A71-9F42-7E495643A43A}" destId="{43956D4A-48B0-4EC3-BE59-D62119E87DD7}" srcOrd="0" destOrd="0" parTransId="{4DC30FC6-E75B-4586-A81C-CDF5A6BF7C34}" sibTransId="{E0874A51-72F2-43B8-8503-0D04252FBB47}"/>
    <dgm:cxn modelId="{4FD79D58-09D3-4408-B449-9A88EA7DFC09}" type="presParOf" srcId="{9EA8D41A-9F91-4EC0-9DEA-E39F0E4D7B8F}" destId="{A87FC6D6-1D24-419F-9BC2-1C8DEF392747}" srcOrd="0" destOrd="0" presId="urn:microsoft.com/office/officeart/2018/2/layout/IconLabelList"/>
    <dgm:cxn modelId="{343BF9CE-B0AD-4B21-9B39-EE2BCCCB2DD3}" type="presParOf" srcId="{A87FC6D6-1D24-419F-9BC2-1C8DEF392747}" destId="{ED6F0670-12E4-4E2D-826A-8994053E0CEF}" srcOrd="0" destOrd="0" presId="urn:microsoft.com/office/officeart/2018/2/layout/IconLabelList"/>
    <dgm:cxn modelId="{ECCFD529-CDF1-4353-9C57-D62D37253A3E}" type="presParOf" srcId="{A87FC6D6-1D24-419F-9BC2-1C8DEF392747}" destId="{95EB23C5-E3E5-41AD-8046-9A9CA3E17AC0}" srcOrd="1" destOrd="0" presId="urn:microsoft.com/office/officeart/2018/2/layout/IconLabelList"/>
    <dgm:cxn modelId="{640A5454-59D3-4712-913E-FC7367348667}" type="presParOf" srcId="{A87FC6D6-1D24-419F-9BC2-1C8DEF392747}" destId="{5DD7B44E-FDF2-4B66-95A9-A5DFFD96F4E7}" srcOrd="2" destOrd="0" presId="urn:microsoft.com/office/officeart/2018/2/layout/IconLabelList"/>
    <dgm:cxn modelId="{FB07B6E7-8AD8-4D94-ACA4-68CE4183A46A}" type="presParOf" srcId="{9EA8D41A-9F91-4EC0-9DEA-E39F0E4D7B8F}" destId="{27106794-FBF9-4BF0-80DD-5E848A79CB7C}" srcOrd="1" destOrd="0" presId="urn:microsoft.com/office/officeart/2018/2/layout/IconLabelList"/>
    <dgm:cxn modelId="{74F886C6-767C-491C-83E4-58A7F15EF8E9}" type="presParOf" srcId="{9EA8D41A-9F91-4EC0-9DEA-E39F0E4D7B8F}" destId="{947ABA6E-B3E1-4178-8ECB-BC485A2021A3}" srcOrd="2" destOrd="0" presId="urn:microsoft.com/office/officeart/2018/2/layout/IconLabelList"/>
    <dgm:cxn modelId="{9377A98D-63CB-41DB-92D1-831862E87412}" type="presParOf" srcId="{947ABA6E-B3E1-4178-8ECB-BC485A2021A3}" destId="{C6A18B18-1710-4418-989C-6DD914068128}" srcOrd="0" destOrd="0" presId="urn:microsoft.com/office/officeart/2018/2/layout/IconLabelList"/>
    <dgm:cxn modelId="{33CA88BF-E967-47C9-9041-F6D004C9A82C}" type="presParOf" srcId="{947ABA6E-B3E1-4178-8ECB-BC485A2021A3}" destId="{E00AF0BB-A0D3-4CD4-B930-2A32ED1989D7}" srcOrd="1" destOrd="0" presId="urn:microsoft.com/office/officeart/2018/2/layout/IconLabelList"/>
    <dgm:cxn modelId="{36A4E8C7-95DA-4CF0-A705-097DFDEAF2F9}" type="presParOf" srcId="{947ABA6E-B3E1-4178-8ECB-BC485A2021A3}" destId="{DB3E8326-04AA-473A-BBFD-E7F347DB0220}" srcOrd="2" destOrd="0" presId="urn:microsoft.com/office/officeart/2018/2/layout/IconLabelList"/>
    <dgm:cxn modelId="{D799AD9D-1796-4BAC-9075-6191D1D84644}" type="presParOf" srcId="{9EA8D41A-9F91-4EC0-9DEA-E39F0E4D7B8F}" destId="{75CC16A7-E19F-4B61-9104-E308DAF9CE79}" srcOrd="3" destOrd="0" presId="urn:microsoft.com/office/officeart/2018/2/layout/IconLabelList"/>
    <dgm:cxn modelId="{3C1E3199-C096-4387-A8A8-947402535C77}" type="presParOf" srcId="{9EA8D41A-9F91-4EC0-9DEA-E39F0E4D7B8F}" destId="{6B0C47DF-006D-405A-887B-4D111808E7B4}" srcOrd="4" destOrd="0" presId="urn:microsoft.com/office/officeart/2018/2/layout/IconLabelList"/>
    <dgm:cxn modelId="{3CB046E2-C969-475D-8532-C94C287B2B6E}" type="presParOf" srcId="{6B0C47DF-006D-405A-887B-4D111808E7B4}" destId="{3CF625E1-B294-43C9-A045-290E33884447}" srcOrd="0" destOrd="0" presId="urn:microsoft.com/office/officeart/2018/2/layout/IconLabelList"/>
    <dgm:cxn modelId="{FEB0B5C3-82A3-4608-8B9C-5A8D4EF29171}" type="presParOf" srcId="{6B0C47DF-006D-405A-887B-4D111808E7B4}" destId="{D3E22639-5A87-4900-B4BE-3845A9732D38}" srcOrd="1" destOrd="0" presId="urn:microsoft.com/office/officeart/2018/2/layout/IconLabelList"/>
    <dgm:cxn modelId="{4428C14A-C97A-4555-82C3-D44057D9654D}" type="presParOf" srcId="{6B0C47DF-006D-405A-887B-4D111808E7B4}" destId="{AE0C4AC3-2D9E-4D0F-BD15-649C858837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CABE9B0-5762-45E0-8B4E-43A32E8FEB0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BF0022B-C890-479D-BC99-3D4ED539B0A4}">
      <dgm:prSet/>
      <dgm:spPr/>
      <dgm:t>
        <a:bodyPr/>
        <a:lstStyle/>
        <a:p>
          <a:r>
            <a:rPr lang="en-US"/>
            <a:t>UAC-tason säätö: Ohjauspaneeli → Käyttäjätilit → UAC</a:t>
          </a:r>
        </a:p>
      </dgm:t>
    </dgm:pt>
    <dgm:pt modelId="{48EBBC61-FAF3-4ED5-BFFF-69885380BF7E}" type="parTrans" cxnId="{E4F37171-21AA-43F4-9ACA-47727B9855EF}">
      <dgm:prSet/>
      <dgm:spPr/>
      <dgm:t>
        <a:bodyPr/>
        <a:lstStyle/>
        <a:p>
          <a:endParaRPr lang="en-US"/>
        </a:p>
      </dgm:t>
    </dgm:pt>
    <dgm:pt modelId="{F500D829-3945-424F-95CE-41990DE19DFE}" type="sibTrans" cxnId="{E4F37171-21AA-43F4-9ACA-47727B9855EF}">
      <dgm:prSet/>
      <dgm:spPr/>
      <dgm:t>
        <a:bodyPr/>
        <a:lstStyle/>
        <a:p>
          <a:endParaRPr lang="en-US"/>
        </a:p>
      </dgm:t>
    </dgm:pt>
    <dgm:pt modelId="{DDF186BD-04C9-4DEB-9120-1E5BBE1F9B97}">
      <dgm:prSet/>
      <dgm:spPr/>
      <dgm:t>
        <a:bodyPr/>
        <a:lstStyle/>
        <a:p>
          <a:r>
            <a:rPr lang="en-US"/>
            <a:t>Valittavissa 4 eri tasoa: ei ilmoitusta – aina ilmoitus</a:t>
          </a:r>
        </a:p>
      </dgm:t>
    </dgm:pt>
    <dgm:pt modelId="{6C4A9474-345C-4D0A-ABBA-C77B1DF63504}" type="parTrans" cxnId="{78DBF19D-7192-46F9-9EC6-2C11565A50F2}">
      <dgm:prSet/>
      <dgm:spPr/>
      <dgm:t>
        <a:bodyPr/>
        <a:lstStyle/>
        <a:p>
          <a:endParaRPr lang="en-US"/>
        </a:p>
      </dgm:t>
    </dgm:pt>
    <dgm:pt modelId="{C2A35AF3-9C58-47F8-9DCE-88D7F7EB7009}" type="sibTrans" cxnId="{78DBF19D-7192-46F9-9EC6-2C11565A50F2}">
      <dgm:prSet/>
      <dgm:spPr/>
      <dgm:t>
        <a:bodyPr/>
        <a:lstStyle/>
        <a:p>
          <a:endParaRPr lang="en-US"/>
        </a:p>
      </dgm:t>
    </dgm:pt>
    <dgm:pt modelId="{752779A6-6CF3-4CB2-B996-A990422E4561}">
      <dgm:prSet/>
      <dgm:spPr/>
      <dgm:t>
        <a:bodyPr/>
        <a:lstStyle/>
        <a:p>
          <a:r>
            <a:rPr lang="en-US"/>
            <a:t>Korkeampi taso parantaa suojaa mutta vaatii enemmän vahvistuksia</a:t>
          </a:r>
        </a:p>
      </dgm:t>
    </dgm:pt>
    <dgm:pt modelId="{2291CA9E-6242-417A-8364-5794030C3FB1}" type="parTrans" cxnId="{20B111D2-090E-486B-87FF-8478A8EF6139}">
      <dgm:prSet/>
      <dgm:spPr/>
      <dgm:t>
        <a:bodyPr/>
        <a:lstStyle/>
        <a:p>
          <a:endParaRPr lang="en-US"/>
        </a:p>
      </dgm:t>
    </dgm:pt>
    <dgm:pt modelId="{7E5EACBB-2A86-4F7A-B907-1F826DEF1558}" type="sibTrans" cxnId="{20B111D2-090E-486B-87FF-8478A8EF6139}">
      <dgm:prSet/>
      <dgm:spPr/>
      <dgm:t>
        <a:bodyPr/>
        <a:lstStyle/>
        <a:p>
          <a:endParaRPr lang="en-US"/>
        </a:p>
      </dgm:t>
    </dgm:pt>
    <dgm:pt modelId="{04BEC228-23CE-4202-89AE-4A26CCFC3A23}" type="pres">
      <dgm:prSet presAssocID="{6CABE9B0-5762-45E0-8B4E-43A32E8FEB06}" presName="root" presStyleCnt="0">
        <dgm:presLayoutVars>
          <dgm:dir/>
          <dgm:resizeHandles val="exact"/>
        </dgm:presLayoutVars>
      </dgm:prSet>
      <dgm:spPr/>
    </dgm:pt>
    <dgm:pt modelId="{8AD7CBD9-80CE-4997-8285-06B4816B27DE}" type="pres">
      <dgm:prSet presAssocID="{3BF0022B-C890-479D-BC99-3D4ED539B0A4}" presName="compNode" presStyleCnt="0"/>
      <dgm:spPr/>
    </dgm:pt>
    <dgm:pt modelId="{3312A17E-13FC-47CF-B51F-4FB076C15DD7}" type="pres">
      <dgm:prSet presAssocID="{3BF0022B-C890-479D-BC99-3D4ED539B0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4F918900-7860-4640-A662-32F9AE50F4C2}" type="pres">
      <dgm:prSet presAssocID="{3BF0022B-C890-479D-BC99-3D4ED539B0A4}" presName="spaceRect" presStyleCnt="0"/>
      <dgm:spPr/>
    </dgm:pt>
    <dgm:pt modelId="{10FFF605-AF61-4AC1-A8D6-EEDF6C457F2F}" type="pres">
      <dgm:prSet presAssocID="{3BF0022B-C890-479D-BC99-3D4ED539B0A4}" presName="textRect" presStyleLbl="revTx" presStyleIdx="0" presStyleCnt="3">
        <dgm:presLayoutVars>
          <dgm:chMax val="1"/>
          <dgm:chPref val="1"/>
        </dgm:presLayoutVars>
      </dgm:prSet>
      <dgm:spPr/>
    </dgm:pt>
    <dgm:pt modelId="{4A6310F1-0E4F-418C-BB9D-5FBD55FFF570}" type="pres">
      <dgm:prSet presAssocID="{F500D829-3945-424F-95CE-41990DE19DFE}" presName="sibTrans" presStyleCnt="0"/>
      <dgm:spPr/>
    </dgm:pt>
    <dgm:pt modelId="{04AEF58E-7E0E-44EA-9EBA-412BBCFA41FD}" type="pres">
      <dgm:prSet presAssocID="{DDF186BD-04C9-4DEB-9120-1E5BBE1F9B97}" presName="compNode" presStyleCnt="0"/>
      <dgm:spPr/>
    </dgm:pt>
    <dgm:pt modelId="{7F2FAE4B-8B32-44CE-B612-42C0D50237F4}" type="pres">
      <dgm:prSet presAssocID="{DDF186BD-04C9-4DEB-9120-1E5BBE1F9B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foni"/>
        </a:ext>
      </dgm:extLst>
    </dgm:pt>
    <dgm:pt modelId="{D4881C4C-3FE2-48C1-9E03-E6155F39FD7C}" type="pres">
      <dgm:prSet presAssocID="{DDF186BD-04C9-4DEB-9120-1E5BBE1F9B97}" presName="spaceRect" presStyleCnt="0"/>
      <dgm:spPr/>
    </dgm:pt>
    <dgm:pt modelId="{327C72B6-EEFD-46D2-BCE6-7DF1D2D1EF12}" type="pres">
      <dgm:prSet presAssocID="{DDF186BD-04C9-4DEB-9120-1E5BBE1F9B97}" presName="textRect" presStyleLbl="revTx" presStyleIdx="1" presStyleCnt="3">
        <dgm:presLayoutVars>
          <dgm:chMax val="1"/>
          <dgm:chPref val="1"/>
        </dgm:presLayoutVars>
      </dgm:prSet>
      <dgm:spPr/>
    </dgm:pt>
    <dgm:pt modelId="{615CF61C-065A-46E3-9E46-12576A363EB6}" type="pres">
      <dgm:prSet presAssocID="{C2A35AF3-9C58-47F8-9DCE-88D7F7EB7009}" presName="sibTrans" presStyleCnt="0"/>
      <dgm:spPr/>
    </dgm:pt>
    <dgm:pt modelId="{A38304FD-0136-49E6-A16F-D6F1317E461D}" type="pres">
      <dgm:prSet presAssocID="{752779A6-6CF3-4CB2-B996-A990422E4561}" presName="compNode" presStyleCnt="0"/>
      <dgm:spPr/>
    </dgm:pt>
    <dgm:pt modelId="{F7D4D4A1-445B-4639-93D7-70293B75BCA8}" type="pres">
      <dgm:prSet presAssocID="{752779A6-6CF3-4CB2-B996-A990422E45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ääketieteellinen"/>
        </a:ext>
      </dgm:extLst>
    </dgm:pt>
    <dgm:pt modelId="{B11252C3-0020-4EF7-82CF-6AAD3B82C7C9}" type="pres">
      <dgm:prSet presAssocID="{752779A6-6CF3-4CB2-B996-A990422E4561}" presName="spaceRect" presStyleCnt="0"/>
      <dgm:spPr/>
    </dgm:pt>
    <dgm:pt modelId="{4932AE6B-EBDA-46AB-BCE0-5A447A0CC16A}" type="pres">
      <dgm:prSet presAssocID="{752779A6-6CF3-4CB2-B996-A990422E45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8FCA02-E947-4D1E-B301-7615411329FF}" type="presOf" srcId="{752779A6-6CF3-4CB2-B996-A990422E4561}" destId="{4932AE6B-EBDA-46AB-BCE0-5A447A0CC16A}" srcOrd="0" destOrd="0" presId="urn:microsoft.com/office/officeart/2018/2/layout/IconLabelList"/>
    <dgm:cxn modelId="{12A85608-747A-4E9A-A6E7-6D9C7DBE0F96}" type="presOf" srcId="{6CABE9B0-5762-45E0-8B4E-43A32E8FEB06}" destId="{04BEC228-23CE-4202-89AE-4A26CCFC3A23}" srcOrd="0" destOrd="0" presId="urn:microsoft.com/office/officeart/2018/2/layout/IconLabelList"/>
    <dgm:cxn modelId="{E4F37171-21AA-43F4-9ACA-47727B9855EF}" srcId="{6CABE9B0-5762-45E0-8B4E-43A32E8FEB06}" destId="{3BF0022B-C890-479D-BC99-3D4ED539B0A4}" srcOrd="0" destOrd="0" parTransId="{48EBBC61-FAF3-4ED5-BFFF-69885380BF7E}" sibTransId="{F500D829-3945-424F-95CE-41990DE19DFE}"/>
    <dgm:cxn modelId="{FE5B2289-D48F-4596-8D90-7CB0FD479190}" type="presOf" srcId="{DDF186BD-04C9-4DEB-9120-1E5BBE1F9B97}" destId="{327C72B6-EEFD-46D2-BCE6-7DF1D2D1EF12}" srcOrd="0" destOrd="0" presId="urn:microsoft.com/office/officeart/2018/2/layout/IconLabelList"/>
    <dgm:cxn modelId="{78DBF19D-7192-46F9-9EC6-2C11565A50F2}" srcId="{6CABE9B0-5762-45E0-8B4E-43A32E8FEB06}" destId="{DDF186BD-04C9-4DEB-9120-1E5BBE1F9B97}" srcOrd="1" destOrd="0" parTransId="{6C4A9474-345C-4D0A-ABBA-C77B1DF63504}" sibTransId="{C2A35AF3-9C58-47F8-9DCE-88D7F7EB7009}"/>
    <dgm:cxn modelId="{BB5509A6-7E98-447D-8C47-76E6FFD8BE44}" type="presOf" srcId="{3BF0022B-C890-479D-BC99-3D4ED539B0A4}" destId="{10FFF605-AF61-4AC1-A8D6-EEDF6C457F2F}" srcOrd="0" destOrd="0" presId="urn:microsoft.com/office/officeart/2018/2/layout/IconLabelList"/>
    <dgm:cxn modelId="{20B111D2-090E-486B-87FF-8478A8EF6139}" srcId="{6CABE9B0-5762-45E0-8B4E-43A32E8FEB06}" destId="{752779A6-6CF3-4CB2-B996-A990422E4561}" srcOrd="2" destOrd="0" parTransId="{2291CA9E-6242-417A-8364-5794030C3FB1}" sibTransId="{7E5EACBB-2A86-4F7A-B907-1F826DEF1558}"/>
    <dgm:cxn modelId="{64B74746-6E03-4C58-B578-6403544FFCC4}" type="presParOf" srcId="{04BEC228-23CE-4202-89AE-4A26CCFC3A23}" destId="{8AD7CBD9-80CE-4997-8285-06B4816B27DE}" srcOrd="0" destOrd="0" presId="urn:microsoft.com/office/officeart/2018/2/layout/IconLabelList"/>
    <dgm:cxn modelId="{FC158043-6CBF-4AD9-9EE8-ED3E47E137A7}" type="presParOf" srcId="{8AD7CBD9-80CE-4997-8285-06B4816B27DE}" destId="{3312A17E-13FC-47CF-B51F-4FB076C15DD7}" srcOrd="0" destOrd="0" presId="urn:microsoft.com/office/officeart/2018/2/layout/IconLabelList"/>
    <dgm:cxn modelId="{5B774F44-8B18-4181-B96A-C818478F8B5D}" type="presParOf" srcId="{8AD7CBD9-80CE-4997-8285-06B4816B27DE}" destId="{4F918900-7860-4640-A662-32F9AE50F4C2}" srcOrd="1" destOrd="0" presId="urn:microsoft.com/office/officeart/2018/2/layout/IconLabelList"/>
    <dgm:cxn modelId="{41ED9F7D-C4D8-4981-AFDB-C234F7D3FB69}" type="presParOf" srcId="{8AD7CBD9-80CE-4997-8285-06B4816B27DE}" destId="{10FFF605-AF61-4AC1-A8D6-EEDF6C457F2F}" srcOrd="2" destOrd="0" presId="urn:microsoft.com/office/officeart/2018/2/layout/IconLabelList"/>
    <dgm:cxn modelId="{BC1FA886-E5EA-40A2-B64C-C17BF89258D6}" type="presParOf" srcId="{04BEC228-23CE-4202-89AE-4A26CCFC3A23}" destId="{4A6310F1-0E4F-418C-BB9D-5FBD55FFF570}" srcOrd="1" destOrd="0" presId="urn:microsoft.com/office/officeart/2018/2/layout/IconLabelList"/>
    <dgm:cxn modelId="{D8FA0581-D38D-4B8F-9802-9F3F4C3E182B}" type="presParOf" srcId="{04BEC228-23CE-4202-89AE-4A26CCFC3A23}" destId="{04AEF58E-7E0E-44EA-9EBA-412BBCFA41FD}" srcOrd="2" destOrd="0" presId="urn:microsoft.com/office/officeart/2018/2/layout/IconLabelList"/>
    <dgm:cxn modelId="{3B745331-215E-41FF-B197-E31842A5C750}" type="presParOf" srcId="{04AEF58E-7E0E-44EA-9EBA-412BBCFA41FD}" destId="{7F2FAE4B-8B32-44CE-B612-42C0D50237F4}" srcOrd="0" destOrd="0" presId="urn:microsoft.com/office/officeart/2018/2/layout/IconLabelList"/>
    <dgm:cxn modelId="{0BFA3B73-90FA-445C-BAD4-40F3B6D8CA69}" type="presParOf" srcId="{04AEF58E-7E0E-44EA-9EBA-412BBCFA41FD}" destId="{D4881C4C-3FE2-48C1-9E03-E6155F39FD7C}" srcOrd="1" destOrd="0" presId="urn:microsoft.com/office/officeart/2018/2/layout/IconLabelList"/>
    <dgm:cxn modelId="{DCF35C99-5FB0-48D8-A6D8-CACDE1D59477}" type="presParOf" srcId="{04AEF58E-7E0E-44EA-9EBA-412BBCFA41FD}" destId="{327C72B6-EEFD-46D2-BCE6-7DF1D2D1EF12}" srcOrd="2" destOrd="0" presId="urn:microsoft.com/office/officeart/2018/2/layout/IconLabelList"/>
    <dgm:cxn modelId="{5A13E110-ED1A-4566-827E-3B9F3AF5CC84}" type="presParOf" srcId="{04BEC228-23CE-4202-89AE-4A26CCFC3A23}" destId="{615CF61C-065A-46E3-9E46-12576A363EB6}" srcOrd="3" destOrd="0" presId="urn:microsoft.com/office/officeart/2018/2/layout/IconLabelList"/>
    <dgm:cxn modelId="{5867C762-5430-428B-85D3-1066CCF8615A}" type="presParOf" srcId="{04BEC228-23CE-4202-89AE-4A26CCFC3A23}" destId="{A38304FD-0136-49E6-A16F-D6F1317E461D}" srcOrd="4" destOrd="0" presId="urn:microsoft.com/office/officeart/2018/2/layout/IconLabelList"/>
    <dgm:cxn modelId="{F39C4DB0-A3E9-4E1F-B94F-A6E274475FEA}" type="presParOf" srcId="{A38304FD-0136-49E6-A16F-D6F1317E461D}" destId="{F7D4D4A1-445B-4639-93D7-70293B75BCA8}" srcOrd="0" destOrd="0" presId="urn:microsoft.com/office/officeart/2018/2/layout/IconLabelList"/>
    <dgm:cxn modelId="{2AF8270A-48FE-4ED4-8AA1-C2BBC711B1B4}" type="presParOf" srcId="{A38304FD-0136-49E6-A16F-D6F1317E461D}" destId="{B11252C3-0020-4EF7-82CF-6AAD3B82C7C9}" srcOrd="1" destOrd="0" presId="urn:microsoft.com/office/officeart/2018/2/layout/IconLabelList"/>
    <dgm:cxn modelId="{69C7ABB0-9175-4844-B2BE-C491D9422AEC}" type="presParOf" srcId="{A38304FD-0136-49E6-A16F-D6F1317E461D}" destId="{4932AE6B-EBDA-46AB-BCE0-5A447A0CC1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A40BA8A-DCBC-4E3E-B557-46D7308AE8C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83BDE10-7330-44DC-BE2C-01F38A6A6417}">
      <dgm:prSet/>
      <dgm:spPr/>
      <dgm:t>
        <a:bodyPr/>
        <a:lstStyle/>
        <a:p>
          <a:r>
            <a:rPr lang="en-US"/>
            <a:t>NAT = Network Address Translation</a:t>
          </a:r>
        </a:p>
      </dgm:t>
    </dgm:pt>
    <dgm:pt modelId="{91955866-04C4-4180-891D-AE9F01E7A6B5}" type="parTrans" cxnId="{4DF33BD7-CFB0-4E52-AB9B-E325A975EEE6}">
      <dgm:prSet/>
      <dgm:spPr/>
      <dgm:t>
        <a:bodyPr/>
        <a:lstStyle/>
        <a:p>
          <a:endParaRPr lang="en-US"/>
        </a:p>
      </dgm:t>
    </dgm:pt>
    <dgm:pt modelId="{092EB598-7BC4-4284-B90F-0C35A40BCF38}" type="sibTrans" cxnId="{4DF33BD7-CFB0-4E52-AB9B-E325A975EEE6}">
      <dgm:prSet/>
      <dgm:spPr/>
      <dgm:t>
        <a:bodyPr/>
        <a:lstStyle/>
        <a:p>
          <a:endParaRPr lang="en-US"/>
        </a:p>
      </dgm:t>
    </dgm:pt>
    <dgm:pt modelId="{C0BB355B-2567-49A9-B5C5-0BCC3B304B5A}">
      <dgm:prSet/>
      <dgm:spPr/>
      <dgm:t>
        <a:bodyPr/>
        <a:lstStyle/>
        <a:p>
          <a:r>
            <a:rPr lang="en-US"/>
            <a:t>Piilottaa sisäverkon yksittäiset osoitteet ulkoverkosta</a:t>
          </a:r>
        </a:p>
      </dgm:t>
    </dgm:pt>
    <dgm:pt modelId="{C60602E8-6610-42F2-8A18-161B5E228DE5}" type="parTrans" cxnId="{E4760624-55BA-40F8-B75F-B143BBFC73F0}">
      <dgm:prSet/>
      <dgm:spPr/>
      <dgm:t>
        <a:bodyPr/>
        <a:lstStyle/>
        <a:p>
          <a:endParaRPr lang="en-US"/>
        </a:p>
      </dgm:t>
    </dgm:pt>
    <dgm:pt modelId="{527874B1-C18C-4181-BECE-6A4A29F5CE93}" type="sibTrans" cxnId="{E4760624-55BA-40F8-B75F-B143BBFC73F0}">
      <dgm:prSet/>
      <dgm:spPr/>
      <dgm:t>
        <a:bodyPr/>
        <a:lstStyle/>
        <a:p>
          <a:endParaRPr lang="en-US"/>
        </a:p>
      </dgm:t>
    </dgm:pt>
    <dgm:pt modelId="{E29F0D6A-0F67-4CA7-BA01-8906AB2A9EB4}">
      <dgm:prSet/>
      <dgm:spPr/>
      <dgm:t>
        <a:bodyPr/>
        <a:lstStyle/>
        <a:p>
          <a:r>
            <a:rPr lang="en-US"/>
            <a:t>Parantaa turvallisuutta ja mahdollistaa IP-osoitteiden jakamisen</a:t>
          </a:r>
        </a:p>
      </dgm:t>
    </dgm:pt>
    <dgm:pt modelId="{68630FA2-E535-4195-8BA3-E467FCCE66E0}" type="parTrans" cxnId="{7D84CB6C-1A69-47B7-94C9-50CA69205D34}">
      <dgm:prSet/>
      <dgm:spPr/>
      <dgm:t>
        <a:bodyPr/>
        <a:lstStyle/>
        <a:p>
          <a:endParaRPr lang="en-US"/>
        </a:p>
      </dgm:t>
    </dgm:pt>
    <dgm:pt modelId="{32D3CB92-A9F9-4E4A-A60F-E3B95DE70131}" type="sibTrans" cxnId="{7D84CB6C-1A69-47B7-94C9-50CA69205D34}">
      <dgm:prSet/>
      <dgm:spPr/>
      <dgm:t>
        <a:bodyPr/>
        <a:lstStyle/>
        <a:p>
          <a:endParaRPr lang="en-US"/>
        </a:p>
      </dgm:t>
    </dgm:pt>
    <dgm:pt modelId="{B3CF42CA-C7AB-4A04-9EEF-5DB72DF18B64}" type="pres">
      <dgm:prSet presAssocID="{4A40BA8A-DCBC-4E3E-B557-46D7308AE8C0}" presName="root" presStyleCnt="0">
        <dgm:presLayoutVars>
          <dgm:dir/>
          <dgm:resizeHandles val="exact"/>
        </dgm:presLayoutVars>
      </dgm:prSet>
      <dgm:spPr/>
    </dgm:pt>
    <dgm:pt modelId="{63457D69-CF4D-4F0B-B805-A31770AC276F}" type="pres">
      <dgm:prSet presAssocID="{183BDE10-7330-44DC-BE2C-01F38A6A6417}" presName="compNode" presStyleCnt="0"/>
      <dgm:spPr/>
    </dgm:pt>
    <dgm:pt modelId="{E3E3E76D-14E8-45B6-BA2B-D6DE45AD35F2}" type="pres">
      <dgm:prSet presAssocID="{183BDE10-7330-44DC-BE2C-01F38A6A64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tokone"/>
        </a:ext>
      </dgm:extLst>
    </dgm:pt>
    <dgm:pt modelId="{0BA08227-94F4-427B-AC05-DFE0FB5224BF}" type="pres">
      <dgm:prSet presAssocID="{183BDE10-7330-44DC-BE2C-01F38A6A6417}" presName="spaceRect" presStyleCnt="0"/>
      <dgm:spPr/>
    </dgm:pt>
    <dgm:pt modelId="{AE0E90C4-C5FC-4424-9259-DF48AC405D14}" type="pres">
      <dgm:prSet presAssocID="{183BDE10-7330-44DC-BE2C-01F38A6A6417}" presName="textRect" presStyleLbl="revTx" presStyleIdx="0" presStyleCnt="3">
        <dgm:presLayoutVars>
          <dgm:chMax val="1"/>
          <dgm:chPref val="1"/>
        </dgm:presLayoutVars>
      </dgm:prSet>
      <dgm:spPr/>
    </dgm:pt>
    <dgm:pt modelId="{6C9D5AE9-2E73-4C30-8859-1920CB514F81}" type="pres">
      <dgm:prSet presAssocID="{092EB598-7BC4-4284-B90F-0C35A40BCF38}" presName="sibTrans" presStyleCnt="0"/>
      <dgm:spPr/>
    </dgm:pt>
    <dgm:pt modelId="{7F76B3C0-8C3B-44D5-8761-803B82914CC9}" type="pres">
      <dgm:prSet presAssocID="{C0BB355B-2567-49A9-B5C5-0BCC3B304B5A}" presName="compNode" presStyleCnt="0"/>
      <dgm:spPr/>
    </dgm:pt>
    <dgm:pt modelId="{82875176-483F-4B19-BD94-D84FC3A75C01}" type="pres">
      <dgm:prSet presAssocID="{C0BB355B-2567-49A9-B5C5-0BCC3B304B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äyttäjä"/>
        </a:ext>
      </dgm:extLst>
    </dgm:pt>
    <dgm:pt modelId="{F19672AB-CB67-4AE3-99F2-234DA068C5CB}" type="pres">
      <dgm:prSet presAssocID="{C0BB355B-2567-49A9-B5C5-0BCC3B304B5A}" presName="spaceRect" presStyleCnt="0"/>
      <dgm:spPr/>
    </dgm:pt>
    <dgm:pt modelId="{D00C9ED2-0D67-47C2-9B2D-C10D86A8E266}" type="pres">
      <dgm:prSet presAssocID="{C0BB355B-2567-49A9-B5C5-0BCC3B304B5A}" presName="textRect" presStyleLbl="revTx" presStyleIdx="1" presStyleCnt="3">
        <dgm:presLayoutVars>
          <dgm:chMax val="1"/>
          <dgm:chPref val="1"/>
        </dgm:presLayoutVars>
      </dgm:prSet>
      <dgm:spPr/>
    </dgm:pt>
    <dgm:pt modelId="{39062269-0F6C-48E8-ABCB-384AD48D9BC2}" type="pres">
      <dgm:prSet presAssocID="{527874B1-C18C-4181-BECE-6A4A29F5CE93}" presName="sibTrans" presStyleCnt="0"/>
      <dgm:spPr/>
    </dgm:pt>
    <dgm:pt modelId="{10E7BF44-DA63-43AC-8B17-FA250401AFFA}" type="pres">
      <dgm:prSet presAssocID="{E29F0D6A-0F67-4CA7-BA01-8906AB2A9EB4}" presName="compNode" presStyleCnt="0"/>
      <dgm:spPr/>
    </dgm:pt>
    <dgm:pt modelId="{23D5EF61-887F-4214-959B-CB1B66B1D9CC}" type="pres">
      <dgm:prSet presAssocID="{E29F0D6A-0F67-4CA7-BA01-8906AB2A9E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ääketieteellinen"/>
        </a:ext>
      </dgm:extLst>
    </dgm:pt>
    <dgm:pt modelId="{238E9582-CFB2-4B30-B150-EC143AA64346}" type="pres">
      <dgm:prSet presAssocID="{E29F0D6A-0F67-4CA7-BA01-8906AB2A9EB4}" presName="spaceRect" presStyleCnt="0"/>
      <dgm:spPr/>
    </dgm:pt>
    <dgm:pt modelId="{5E0216F6-BEC9-4CD8-8BE5-14BAABAD0518}" type="pres">
      <dgm:prSet presAssocID="{E29F0D6A-0F67-4CA7-BA01-8906AB2A9E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740809-D401-439F-A222-296778EAC5C5}" type="presOf" srcId="{183BDE10-7330-44DC-BE2C-01F38A6A6417}" destId="{AE0E90C4-C5FC-4424-9259-DF48AC405D14}" srcOrd="0" destOrd="0" presId="urn:microsoft.com/office/officeart/2018/2/layout/IconLabelList"/>
    <dgm:cxn modelId="{E4760624-55BA-40F8-B75F-B143BBFC73F0}" srcId="{4A40BA8A-DCBC-4E3E-B557-46D7308AE8C0}" destId="{C0BB355B-2567-49A9-B5C5-0BCC3B304B5A}" srcOrd="1" destOrd="0" parTransId="{C60602E8-6610-42F2-8A18-161B5E228DE5}" sibTransId="{527874B1-C18C-4181-BECE-6A4A29F5CE93}"/>
    <dgm:cxn modelId="{A2B4C25E-B74D-499A-8966-B9EC31F6E297}" type="presOf" srcId="{C0BB355B-2567-49A9-B5C5-0BCC3B304B5A}" destId="{D00C9ED2-0D67-47C2-9B2D-C10D86A8E266}" srcOrd="0" destOrd="0" presId="urn:microsoft.com/office/officeart/2018/2/layout/IconLabelList"/>
    <dgm:cxn modelId="{7D84CB6C-1A69-47B7-94C9-50CA69205D34}" srcId="{4A40BA8A-DCBC-4E3E-B557-46D7308AE8C0}" destId="{E29F0D6A-0F67-4CA7-BA01-8906AB2A9EB4}" srcOrd="2" destOrd="0" parTransId="{68630FA2-E535-4195-8BA3-E467FCCE66E0}" sibTransId="{32D3CB92-A9F9-4E4A-A60F-E3B95DE70131}"/>
    <dgm:cxn modelId="{8FE8EFA2-6C4F-4D26-A700-42803A4252B9}" type="presOf" srcId="{E29F0D6A-0F67-4CA7-BA01-8906AB2A9EB4}" destId="{5E0216F6-BEC9-4CD8-8BE5-14BAABAD0518}" srcOrd="0" destOrd="0" presId="urn:microsoft.com/office/officeart/2018/2/layout/IconLabelList"/>
    <dgm:cxn modelId="{4DF33BD7-CFB0-4E52-AB9B-E325A975EEE6}" srcId="{4A40BA8A-DCBC-4E3E-B557-46D7308AE8C0}" destId="{183BDE10-7330-44DC-BE2C-01F38A6A6417}" srcOrd="0" destOrd="0" parTransId="{91955866-04C4-4180-891D-AE9F01E7A6B5}" sibTransId="{092EB598-7BC4-4284-B90F-0C35A40BCF38}"/>
    <dgm:cxn modelId="{43DA7AEC-170C-4BB1-B584-972690E84A34}" type="presOf" srcId="{4A40BA8A-DCBC-4E3E-B557-46D7308AE8C0}" destId="{B3CF42CA-C7AB-4A04-9EEF-5DB72DF18B64}" srcOrd="0" destOrd="0" presId="urn:microsoft.com/office/officeart/2018/2/layout/IconLabelList"/>
    <dgm:cxn modelId="{0117BD66-09C2-4990-B8C3-741C7A90E749}" type="presParOf" srcId="{B3CF42CA-C7AB-4A04-9EEF-5DB72DF18B64}" destId="{63457D69-CF4D-4F0B-B805-A31770AC276F}" srcOrd="0" destOrd="0" presId="urn:microsoft.com/office/officeart/2018/2/layout/IconLabelList"/>
    <dgm:cxn modelId="{66BECF22-2CA6-47DA-8E27-6B1C871D151A}" type="presParOf" srcId="{63457D69-CF4D-4F0B-B805-A31770AC276F}" destId="{E3E3E76D-14E8-45B6-BA2B-D6DE45AD35F2}" srcOrd="0" destOrd="0" presId="urn:microsoft.com/office/officeart/2018/2/layout/IconLabelList"/>
    <dgm:cxn modelId="{4A6B0793-32CF-4379-9DA0-36F966126ABA}" type="presParOf" srcId="{63457D69-CF4D-4F0B-B805-A31770AC276F}" destId="{0BA08227-94F4-427B-AC05-DFE0FB5224BF}" srcOrd="1" destOrd="0" presId="urn:microsoft.com/office/officeart/2018/2/layout/IconLabelList"/>
    <dgm:cxn modelId="{E14783B5-B88C-4160-A0D1-1CB08C7BEA1F}" type="presParOf" srcId="{63457D69-CF4D-4F0B-B805-A31770AC276F}" destId="{AE0E90C4-C5FC-4424-9259-DF48AC405D14}" srcOrd="2" destOrd="0" presId="urn:microsoft.com/office/officeart/2018/2/layout/IconLabelList"/>
    <dgm:cxn modelId="{93A6C9B9-F9FD-46B3-A99E-B14D54F08396}" type="presParOf" srcId="{B3CF42CA-C7AB-4A04-9EEF-5DB72DF18B64}" destId="{6C9D5AE9-2E73-4C30-8859-1920CB514F81}" srcOrd="1" destOrd="0" presId="urn:microsoft.com/office/officeart/2018/2/layout/IconLabelList"/>
    <dgm:cxn modelId="{9F381E6B-5369-42FF-A712-5B6716139EFA}" type="presParOf" srcId="{B3CF42CA-C7AB-4A04-9EEF-5DB72DF18B64}" destId="{7F76B3C0-8C3B-44D5-8761-803B82914CC9}" srcOrd="2" destOrd="0" presId="urn:microsoft.com/office/officeart/2018/2/layout/IconLabelList"/>
    <dgm:cxn modelId="{423EF2ED-F789-4DE8-BB2B-43993841ED40}" type="presParOf" srcId="{7F76B3C0-8C3B-44D5-8761-803B82914CC9}" destId="{82875176-483F-4B19-BD94-D84FC3A75C01}" srcOrd="0" destOrd="0" presId="urn:microsoft.com/office/officeart/2018/2/layout/IconLabelList"/>
    <dgm:cxn modelId="{A78CF5C4-411B-4617-BEA5-4F01CC19FA47}" type="presParOf" srcId="{7F76B3C0-8C3B-44D5-8761-803B82914CC9}" destId="{F19672AB-CB67-4AE3-99F2-234DA068C5CB}" srcOrd="1" destOrd="0" presId="urn:microsoft.com/office/officeart/2018/2/layout/IconLabelList"/>
    <dgm:cxn modelId="{740329E9-CA7F-421C-856F-EC0B7160AF56}" type="presParOf" srcId="{7F76B3C0-8C3B-44D5-8761-803B82914CC9}" destId="{D00C9ED2-0D67-47C2-9B2D-C10D86A8E266}" srcOrd="2" destOrd="0" presId="urn:microsoft.com/office/officeart/2018/2/layout/IconLabelList"/>
    <dgm:cxn modelId="{0BCDA9C8-4E08-4E5D-8984-23FD96B1F33A}" type="presParOf" srcId="{B3CF42CA-C7AB-4A04-9EEF-5DB72DF18B64}" destId="{39062269-0F6C-48E8-ABCB-384AD48D9BC2}" srcOrd="3" destOrd="0" presId="urn:microsoft.com/office/officeart/2018/2/layout/IconLabelList"/>
    <dgm:cxn modelId="{345EC122-C326-4A92-9DF2-D56A86D762F7}" type="presParOf" srcId="{B3CF42CA-C7AB-4A04-9EEF-5DB72DF18B64}" destId="{10E7BF44-DA63-43AC-8B17-FA250401AFFA}" srcOrd="4" destOrd="0" presId="urn:microsoft.com/office/officeart/2018/2/layout/IconLabelList"/>
    <dgm:cxn modelId="{1EA54AEC-CD3A-4705-AA4A-81D7A6024EF4}" type="presParOf" srcId="{10E7BF44-DA63-43AC-8B17-FA250401AFFA}" destId="{23D5EF61-887F-4214-959B-CB1B66B1D9CC}" srcOrd="0" destOrd="0" presId="urn:microsoft.com/office/officeart/2018/2/layout/IconLabelList"/>
    <dgm:cxn modelId="{AEB7105D-C27E-4FD7-8F24-AAC7A2D0516D}" type="presParOf" srcId="{10E7BF44-DA63-43AC-8B17-FA250401AFFA}" destId="{238E9582-CFB2-4B30-B150-EC143AA64346}" srcOrd="1" destOrd="0" presId="urn:microsoft.com/office/officeart/2018/2/layout/IconLabelList"/>
    <dgm:cxn modelId="{9F871861-4236-4F67-BDEA-2260F71709BD}" type="presParOf" srcId="{10E7BF44-DA63-43AC-8B17-FA250401AFFA}" destId="{5E0216F6-BEC9-4CD8-8BE5-14BAABAD05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854C1FE-14E0-4568-9E3A-2FF85BFACE0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FE56F2-1E42-4672-BFD1-EFEF73EDAD4D}">
      <dgm:prSet/>
      <dgm:spPr/>
      <dgm:t>
        <a:bodyPr/>
        <a:lstStyle/>
        <a:p>
          <a:r>
            <a:rPr lang="en-US"/>
            <a:t>Käytä vahvaa WPA2/WPA3-salausta ja vaihda oletussalasana</a:t>
          </a:r>
        </a:p>
      </dgm:t>
    </dgm:pt>
    <dgm:pt modelId="{7E90C7CD-EFF7-4C8F-AFE3-7CC346B9DA5C}" type="parTrans" cxnId="{8C07CAC3-1F3F-4B2E-B261-908ED65AB5A6}">
      <dgm:prSet/>
      <dgm:spPr/>
      <dgm:t>
        <a:bodyPr/>
        <a:lstStyle/>
        <a:p>
          <a:endParaRPr lang="en-US"/>
        </a:p>
      </dgm:t>
    </dgm:pt>
    <dgm:pt modelId="{74061632-1C6C-4852-BA2C-33499D97A461}" type="sibTrans" cxnId="{8C07CAC3-1F3F-4B2E-B261-908ED65AB5A6}">
      <dgm:prSet/>
      <dgm:spPr/>
      <dgm:t>
        <a:bodyPr/>
        <a:lstStyle/>
        <a:p>
          <a:endParaRPr lang="en-US"/>
        </a:p>
      </dgm:t>
    </dgm:pt>
    <dgm:pt modelId="{A4909453-F13A-4E7B-B6D4-40B575942160}">
      <dgm:prSet/>
      <dgm:spPr/>
      <dgm:t>
        <a:bodyPr/>
        <a:lstStyle/>
        <a:p>
          <a:r>
            <a:rPr lang="en-US"/>
            <a:t>Piilota SSID tai vaihda se tunnistamattomaksi</a:t>
          </a:r>
        </a:p>
      </dgm:t>
    </dgm:pt>
    <dgm:pt modelId="{92104882-A062-480B-8D01-162FEF296A88}" type="parTrans" cxnId="{08F127F6-4D26-48B2-A973-F233EC8282B2}">
      <dgm:prSet/>
      <dgm:spPr/>
      <dgm:t>
        <a:bodyPr/>
        <a:lstStyle/>
        <a:p>
          <a:endParaRPr lang="en-US"/>
        </a:p>
      </dgm:t>
    </dgm:pt>
    <dgm:pt modelId="{5EF1989B-3145-425D-BA04-FDA21A339853}" type="sibTrans" cxnId="{08F127F6-4D26-48B2-A973-F233EC8282B2}">
      <dgm:prSet/>
      <dgm:spPr/>
      <dgm:t>
        <a:bodyPr/>
        <a:lstStyle/>
        <a:p>
          <a:endParaRPr lang="en-US"/>
        </a:p>
      </dgm:t>
    </dgm:pt>
    <dgm:pt modelId="{CCF43B6B-A4E5-4CC0-AB68-5CF383EE1297}">
      <dgm:prSet/>
      <dgm:spPr/>
      <dgm:t>
        <a:bodyPr/>
        <a:lstStyle/>
        <a:p>
          <a:r>
            <a:rPr lang="en-US"/>
            <a:t>Päivitä reitittimen ohjelmisto säännöllisesti</a:t>
          </a:r>
        </a:p>
      </dgm:t>
    </dgm:pt>
    <dgm:pt modelId="{5A13E8E6-5DF2-4123-92E0-3E68CD67976C}" type="parTrans" cxnId="{6F6205BB-5700-4FBA-87AE-87AB29C83A01}">
      <dgm:prSet/>
      <dgm:spPr/>
      <dgm:t>
        <a:bodyPr/>
        <a:lstStyle/>
        <a:p>
          <a:endParaRPr lang="en-US"/>
        </a:p>
      </dgm:t>
    </dgm:pt>
    <dgm:pt modelId="{4F84038B-952B-4B78-8ADD-5B78CCB46E57}" type="sibTrans" cxnId="{6F6205BB-5700-4FBA-87AE-87AB29C83A01}">
      <dgm:prSet/>
      <dgm:spPr/>
      <dgm:t>
        <a:bodyPr/>
        <a:lstStyle/>
        <a:p>
          <a:endParaRPr lang="en-US"/>
        </a:p>
      </dgm:t>
    </dgm:pt>
    <dgm:pt modelId="{D8489087-5F49-485C-ACB2-2ED360DDD875}" type="pres">
      <dgm:prSet presAssocID="{A854C1FE-14E0-4568-9E3A-2FF85BFACE0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925A85-487D-4AAE-A135-3BE92C38F769}" type="pres">
      <dgm:prSet presAssocID="{72FE56F2-1E42-4672-BFD1-EFEF73EDAD4D}" presName="hierRoot1" presStyleCnt="0"/>
      <dgm:spPr/>
    </dgm:pt>
    <dgm:pt modelId="{90D21FA3-1575-4D3E-A162-69B7FA4A18E9}" type="pres">
      <dgm:prSet presAssocID="{72FE56F2-1E42-4672-BFD1-EFEF73EDAD4D}" presName="composite" presStyleCnt="0"/>
      <dgm:spPr/>
    </dgm:pt>
    <dgm:pt modelId="{19009527-D11B-49BA-997C-7C21646E6BBF}" type="pres">
      <dgm:prSet presAssocID="{72FE56F2-1E42-4672-BFD1-EFEF73EDAD4D}" presName="background" presStyleLbl="node0" presStyleIdx="0" presStyleCnt="3"/>
      <dgm:spPr/>
    </dgm:pt>
    <dgm:pt modelId="{639DFA24-20A4-40C3-9FD5-E275A9BAE9C6}" type="pres">
      <dgm:prSet presAssocID="{72FE56F2-1E42-4672-BFD1-EFEF73EDAD4D}" presName="text" presStyleLbl="fgAcc0" presStyleIdx="0" presStyleCnt="3">
        <dgm:presLayoutVars>
          <dgm:chPref val="3"/>
        </dgm:presLayoutVars>
      </dgm:prSet>
      <dgm:spPr/>
    </dgm:pt>
    <dgm:pt modelId="{C4817258-F40E-45B0-BCBD-A5F36BD38B1A}" type="pres">
      <dgm:prSet presAssocID="{72FE56F2-1E42-4672-BFD1-EFEF73EDAD4D}" presName="hierChild2" presStyleCnt="0"/>
      <dgm:spPr/>
    </dgm:pt>
    <dgm:pt modelId="{20ADE4F8-0A81-4B71-8C94-0B8943C36946}" type="pres">
      <dgm:prSet presAssocID="{A4909453-F13A-4E7B-B6D4-40B575942160}" presName="hierRoot1" presStyleCnt="0"/>
      <dgm:spPr/>
    </dgm:pt>
    <dgm:pt modelId="{419CBF65-BCC4-4724-9330-3ED96B205C68}" type="pres">
      <dgm:prSet presAssocID="{A4909453-F13A-4E7B-B6D4-40B575942160}" presName="composite" presStyleCnt="0"/>
      <dgm:spPr/>
    </dgm:pt>
    <dgm:pt modelId="{8ED3C7ED-229B-48FB-997B-A4012C2A79C5}" type="pres">
      <dgm:prSet presAssocID="{A4909453-F13A-4E7B-B6D4-40B575942160}" presName="background" presStyleLbl="node0" presStyleIdx="1" presStyleCnt="3"/>
      <dgm:spPr/>
    </dgm:pt>
    <dgm:pt modelId="{8A43B51B-C1A6-4260-A061-39B4A61F92C3}" type="pres">
      <dgm:prSet presAssocID="{A4909453-F13A-4E7B-B6D4-40B575942160}" presName="text" presStyleLbl="fgAcc0" presStyleIdx="1" presStyleCnt="3">
        <dgm:presLayoutVars>
          <dgm:chPref val="3"/>
        </dgm:presLayoutVars>
      </dgm:prSet>
      <dgm:spPr/>
    </dgm:pt>
    <dgm:pt modelId="{6FF09C69-0817-4B0C-A43E-CD86C2E673A9}" type="pres">
      <dgm:prSet presAssocID="{A4909453-F13A-4E7B-B6D4-40B575942160}" presName="hierChild2" presStyleCnt="0"/>
      <dgm:spPr/>
    </dgm:pt>
    <dgm:pt modelId="{2784A783-CEB2-4B1B-AAC7-5A165A475E10}" type="pres">
      <dgm:prSet presAssocID="{CCF43B6B-A4E5-4CC0-AB68-5CF383EE1297}" presName="hierRoot1" presStyleCnt="0"/>
      <dgm:spPr/>
    </dgm:pt>
    <dgm:pt modelId="{967A63BF-F4A2-4D09-AC53-BB8610D09BF2}" type="pres">
      <dgm:prSet presAssocID="{CCF43B6B-A4E5-4CC0-AB68-5CF383EE1297}" presName="composite" presStyleCnt="0"/>
      <dgm:spPr/>
    </dgm:pt>
    <dgm:pt modelId="{923EC403-2691-4FF7-B0F0-5679741ED6FE}" type="pres">
      <dgm:prSet presAssocID="{CCF43B6B-A4E5-4CC0-AB68-5CF383EE1297}" presName="background" presStyleLbl="node0" presStyleIdx="2" presStyleCnt="3"/>
      <dgm:spPr/>
    </dgm:pt>
    <dgm:pt modelId="{0A52A3FE-4ABB-42F3-88AB-EFEB27D4BB15}" type="pres">
      <dgm:prSet presAssocID="{CCF43B6B-A4E5-4CC0-AB68-5CF383EE1297}" presName="text" presStyleLbl="fgAcc0" presStyleIdx="2" presStyleCnt="3">
        <dgm:presLayoutVars>
          <dgm:chPref val="3"/>
        </dgm:presLayoutVars>
      </dgm:prSet>
      <dgm:spPr/>
    </dgm:pt>
    <dgm:pt modelId="{A69A23B5-4D98-4D28-896A-5DF0623ED0D1}" type="pres">
      <dgm:prSet presAssocID="{CCF43B6B-A4E5-4CC0-AB68-5CF383EE1297}" presName="hierChild2" presStyleCnt="0"/>
      <dgm:spPr/>
    </dgm:pt>
  </dgm:ptLst>
  <dgm:cxnLst>
    <dgm:cxn modelId="{CC6A411A-F882-4AE1-B5B2-B16637A3E964}" type="presOf" srcId="{A854C1FE-14E0-4568-9E3A-2FF85BFACE0B}" destId="{D8489087-5F49-485C-ACB2-2ED360DDD875}" srcOrd="0" destOrd="0" presId="urn:microsoft.com/office/officeart/2005/8/layout/hierarchy1"/>
    <dgm:cxn modelId="{2996EB5C-9472-4ACD-A680-F9CBD3587709}" type="presOf" srcId="{72FE56F2-1E42-4672-BFD1-EFEF73EDAD4D}" destId="{639DFA24-20A4-40C3-9FD5-E275A9BAE9C6}" srcOrd="0" destOrd="0" presId="urn:microsoft.com/office/officeart/2005/8/layout/hierarchy1"/>
    <dgm:cxn modelId="{F392A265-04F8-4B28-BAB2-964B604A0FB6}" type="presOf" srcId="{A4909453-F13A-4E7B-B6D4-40B575942160}" destId="{8A43B51B-C1A6-4260-A061-39B4A61F92C3}" srcOrd="0" destOrd="0" presId="urn:microsoft.com/office/officeart/2005/8/layout/hierarchy1"/>
    <dgm:cxn modelId="{171F679F-D1A7-4532-A66F-3F8F393BE23B}" type="presOf" srcId="{CCF43B6B-A4E5-4CC0-AB68-5CF383EE1297}" destId="{0A52A3FE-4ABB-42F3-88AB-EFEB27D4BB15}" srcOrd="0" destOrd="0" presId="urn:microsoft.com/office/officeart/2005/8/layout/hierarchy1"/>
    <dgm:cxn modelId="{6F6205BB-5700-4FBA-87AE-87AB29C83A01}" srcId="{A854C1FE-14E0-4568-9E3A-2FF85BFACE0B}" destId="{CCF43B6B-A4E5-4CC0-AB68-5CF383EE1297}" srcOrd="2" destOrd="0" parTransId="{5A13E8E6-5DF2-4123-92E0-3E68CD67976C}" sibTransId="{4F84038B-952B-4B78-8ADD-5B78CCB46E57}"/>
    <dgm:cxn modelId="{8C07CAC3-1F3F-4B2E-B261-908ED65AB5A6}" srcId="{A854C1FE-14E0-4568-9E3A-2FF85BFACE0B}" destId="{72FE56F2-1E42-4672-BFD1-EFEF73EDAD4D}" srcOrd="0" destOrd="0" parTransId="{7E90C7CD-EFF7-4C8F-AFE3-7CC346B9DA5C}" sibTransId="{74061632-1C6C-4852-BA2C-33499D97A461}"/>
    <dgm:cxn modelId="{08F127F6-4D26-48B2-A973-F233EC8282B2}" srcId="{A854C1FE-14E0-4568-9E3A-2FF85BFACE0B}" destId="{A4909453-F13A-4E7B-B6D4-40B575942160}" srcOrd="1" destOrd="0" parTransId="{92104882-A062-480B-8D01-162FEF296A88}" sibTransId="{5EF1989B-3145-425D-BA04-FDA21A339853}"/>
    <dgm:cxn modelId="{C88B2DC0-04E0-455A-A865-823AE55DE1EF}" type="presParOf" srcId="{D8489087-5F49-485C-ACB2-2ED360DDD875}" destId="{18925A85-487D-4AAE-A135-3BE92C38F769}" srcOrd="0" destOrd="0" presId="urn:microsoft.com/office/officeart/2005/8/layout/hierarchy1"/>
    <dgm:cxn modelId="{0B74ACDA-8D82-4966-B9EF-7C5772C4E119}" type="presParOf" srcId="{18925A85-487D-4AAE-A135-3BE92C38F769}" destId="{90D21FA3-1575-4D3E-A162-69B7FA4A18E9}" srcOrd="0" destOrd="0" presId="urn:microsoft.com/office/officeart/2005/8/layout/hierarchy1"/>
    <dgm:cxn modelId="{63EE4E63-42DD-4940-B294-0898BB295EA6}" type="presParOf" srcId="{90D21FA3-1575-4D3E-A162-69B7FA4A18E9}" destId="{19009527-D11B-49BA-997C-7C21646E6BBF}" srcOrd="0" destOrd="0" presId="urn:microsoft.com/office/officeart/2005/8/layout/hierarchy1"/>
    <dgm:cxn modelId="{9948BC7D-A7E6-48E0-B977-14988E09C98A}" type="presParOf" srcId="{90D21FA3-1575-4D3E-A162-69B7FA4A18E9}" destId="{639DFA24-20A4-40C3-9FD5-E275A9BAE9C6}" srcOrd="1" destOrd="0" presId="urn:microsoft.com/office/officeart/2005/8/layout/hierarchy1"/>
    <dgm:cxn modelId="{1ECF274B-1136-4BFA-9CFA-1F3C8B9A8A92}" type="presParOf" srcId="{18925A85-487D-4AAE-A135-3BE92C38F769}" destId="{C4817258-F40E-45B0-BCBD-A5F36BD38B1A}" srcOrd="1" destOrd="0" presId="urn:microsoft.com/office/officeart/2005/8/layout/hierarchy1"/>
    <dgm:cxn modelId="{125E7D15-94CD-413F-89AD-1D7477C95FF0}" type="presParOf" srcId="{D8489087-5F49-485C-ACB2-2ED360DDD875}" destId="{20ADE4F8-0A81-4B71-8C94-0B8943C36946}" srcOrd="1" destOrd="0" presId="urn:microsoft.com/office/officeart/2005/8/layout/hierarchy1"/>
    <dgm:cxn modelId="{E5BE7687-8935-4A19-AD63-388801E12D77}" type="presParOf" srcId="{20ADE4F8-0A81-4B71-8C94-0B8943C36946}" destId="{419CBF65-BCC4-4724-9330-3ED96B205C68}" srcOrd="0" destOrd="0" presId="urn:microsoft.com/office/officeart/2005/8/layout/hierarchy1"/>
    <dgm:cxn modelId="{70763D9D-8ABD-43A3-8D01-1D11EC0CC158}" type="presParOf" srcId="{419CBF65-BCC4-4724-9330-3ED96B205C68}" destId="{8ED3C7ED-229B-48FB-997B-A4012C2A79C5}" srcOrd="0" destOrd="0" presId="urn:microsoft.com/office/officeart/2005/8/layout/hierarchy1"/>
    <dgm:cxn modelId="{A7D47F5F-2CD8-487B-B50F-63FB6C25DA9C}" type="presParOf" srcId="{419CBF65-BCC4-4724-9330-3ED96B205C68}" destId="{8A43B51B-C1A6-4260-A061-39B4A61F92C3}" srcOrd="1" destOrd="0" presId="urn:microsoft.com/office/officeart/2005/8/layout/hierarchy1"/>
    <dgm:cxn modelId="{A5664691-3380-4095-AB62-0FF4CF0A73A8}" type="presParOf" srcId="{20ADE4F8-0A81-4B71-8C94-0B8943C36946}" destId="{6FF09C69-0817-4B0C-A43E-CD86C2E673A9}" srcOrd="1" destOrd="0" presId="urn:microsoft.com/office/officeart/2005/8/layout/hierarchy1"/>
    <dgm:cxn modelId="{126BA4C0-4944-4E00-A15B-2AE94EC85EDB}" type="presParOf" srcId="{D8489087-5F49-485C-ACB2-2ED360DDD875}" destId="{2784A783-CEB2-4B1B-AAC7-5A165A475E10}" srcOrd="2" destOrd="0" presId="urn:microsoft.com/office/officeart/2005/8/layout/hierarchy1"/>
    <dgm:cxn modelId="{CC0B9CB4-07F5-4412-BDCC-4F751A00871E}" type="presParOf" srcId="{2784A783-CEB2-4B1B-AAC7-5A165A475E10}" destId="{967A63BF-F4A2-4D09-AC53-BB8610D09BF2}" srcOrd="0" destOrd="0" presId="urn:microsoft.com/office/officeart/2005/8/layout/hierarchy1"/>
    <dgm:cxn modelId="{A1EA0EAD-234E-42CE-BAFA-97EBAB6D5B01}" type="presParOf" srcId="{967A63BF-F4A2-4D09-AC53-BB8610D09BF2}" destId="{923EC403-2691-4FF7-B0F0-5679741ED6FE}" srcOrd="0" destOrd="0" presId="urn:microsoft.com/office/officeart/2005/8/layout/hierarchy1"/>
    <dgm:cxn modelId="{511E910A-1B64-41E4-83C7-6729CBB8015E}" type="presParOf" srcId="{967A63BF-F4A2-4D09-AC53-BB8610D09BF2}" destId="{0A52A3FE-4ABB-42F3-88AB-EFEB27D4BB15}" srcOrd="1" destOrd="0" presId="urn:microsoft.com/office/officeart/2005/8/layout/hierarchy1"/>
    <dgm:cxn modelId="{EA7F2FDC-E9BC-4503-BEDB-210567F1C89F}" type="presParOf" srcId="{2784A783-CEB2-4B1B-AAC7-5A165A475E10}" destId="{A69A23B5-4D98-4D28-896A-5DF0623ED0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2742EAB-18F4-4E22-A190-FA281105C2A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D950BA-B48C-4C11-8307-0EC7570A6622}">
      <dgm:prSet/>
      <dgm:spPr/>
      <dgm:t>
        <a:bodyPr/>
        <a:lstStyle/>
        <a:p>
          <a:r>
            <a:rPr lang="en-US"/>
            <a:t>Luvaton käyttö voi johtaa vastuuseen (esim. piraattisisällön lataus)</a:t>
          </a:r>
        </a:p>
      </dgm:t>
    </dgm:pt>
    <dgm:pt modelId="{2347F362-F35F-48C3-BC76-A47C67FBD9B2}" type="parTrans" cxnId="{BB2E3227-58E9-4482-BBE2-1742C2780486}">
      <dgm:prSet/>
      <dgm:spPr/>
      <dgm:t>
        <a:bodyPr/>
        <a:lstStyle/>
        <a:p>
          <a:endParaRPr lang="en-US"/>
        </a:p>
      </dgm:t>
    </dgm:pt>
    <dgm:pt modelId="{1F85A94B-9FCA-4BE4-A54B-AEE4D34F3361}" type="sibTrans" cxnId="{BB2E3227-58E9-4482-BBE2-1742C2780486}">
      <dgm:prSet/>
      <dgm:spPr/>
      <dgm:t>
        <a:bodyPr/>
        <a:lstStyle/>
        <a:p>
          <a:endParaRPr lang="en-US"/>
        </a:p>
      </dgm:t>
    </dgm:pt>
    <dgm:pt modelId="{7D06E2A3-5FB4-4FC8-9660-516B69EC8A04}">
      <dgm:prSet/>
      <dgm:spPr/>
      <dgm:t>
        <a:bodyPr/>
        <a:lstStyle/>
        <a:p>
          <a:r>
            <a:rPr lang="en-US"/>
            <a:t>Verkon omistaja voi joutua poliisitutkintaan</a:t>
          </a:r>
        </a:p>
      </dgm:t>
    </dgm:pt>
    <dgm:pt modelId="{8C611EF6-1865-468F-9E70-5D9B66D8A90A}" type="parTrans" cxnId="{F5648E7E-9046-47AB-ABDA-4F371F57253F}">
      <dgm:prSet/>
      <dgm:spPr/>
      <dgm:t>
        <a:bodyPr/>
        <a:lstStyle/>
        <a:p>
          <a:endParaRPr lang="en-US"/>
        </a:p>
      </dgm:t>
    </dgm:pt>
    <dgm:pt modelId="{71FC83D0-B60B-40A0-9EF3-20BE43010582}" type="sibTrans" cxnId="{F5648E7E-9046-47AB-ABDA-4F371F57253F}">
      <dgm:prSet/>
      <dgm:spPr/>
      <dgm:t>
        <a:bodyPr/>
        <a:lstStyle/>
        <a:p>
          <a:endParaRPr lang="en-US"/>
        </a:p>
      </dgm:t>
    </dgm:pt>
    <dgm:pt modelId="{0DCF987E-52FF-4675-827D-3CA20950B7A0}">
      <dgm:prSet/>
      <dgm:spPr/>
      <dgm:t>
        <a:bodyPr/>
        <a:lstStyle/>
        <a:p>
          <a:r>
            <a:rPr lang="en-US"/>
            <a:t>Mainehaitat ja mahdolliset taloudelliset seuraamukset</a:t>
          </a:r>
        </a:p>
      </dgm:t>
    </dgm:pt>
    <dgm:pt modelId="{54C99A23-C2C0-4923-A23F-6E4F7E78D55B}" type="parTrans" cxnId="{86BF42FE-A9E9-42C9-9D33-8B72B9ADDC3D}">
      <dgm:prSet/>
      <dgm:spPr/>
      <dgm:t>
        <a:bodyPr/>
        <a:lstStyle/>
        <a:p>
          <a:endParaRPr lang="en-US"/>
        </a:p>
      </dgm:t>
    </dgm:pt>
    <dgm:pt modelId="{70C124B0-8535-43B5-86FF-0A40DF7155E0}" type="sibTrans" cxnId="{86BF42FE-A9E9-42C9-9D33-8B72B9ADDC3D}">
      <dgm:prSet/>
      <dgm:spPr/>
      <dgm:t>
        <a:bodyPr/>
        <a:lstStyle/>
        <a:p>
          <a:endParaRPr lang="en-US"/>
        </a:p>
      </dgm:t>
    </dgm:pt>
    <dgm:pt modelId="{DC302D38-CCE1-46BF-9B4D-4D8068FABE23}" type="pres">
      <dgm:prSet presAssocID="{42742EAB-18F4-4E22-A190-FA281105C2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FA2108-0264-4BDB-8076-CA0F07F8A7D9}" type="pres">
      <dgm:prSet presAssocID="{75D950BA-B48C-4C11-8307-0EC7570A6622}" presName="hierRoot1" presStyleCnt="0"/>
      <dgm:spPr/>
    </dgm:pt>
    <dgm:pt modelId="{7AF58247-E666-4033-BC6D-6A0E76660B89}" type="pres">
      <dgm:prSet presAssocID="{75D950BA-B48C-4C11-8307-0EC7570A6622}" presName="composite" presStyleCnt="0"/>
      <dgm:spPr/>
    </dgm:pt>
    <dgm:pt modelId="{1D704A50-3006-49E5-90F9-A40AE1B6BA4F}" type="pres">
      <dgm:prSet presAssocID="{75D950BA-B48C-4C11-8307-0EC7570A6622}" presName="background" presStyleLbl="node0" presStyleIdx="0" presStyleCnt="3"/>
      <dgm:spPr/>
    </dgm:pt>
    <dgm:pt modelId="{AC0D596F-3658-44AE-A6F2-199E31D43911}" type="pres">
      <dgm:prSet presAssocID="{75D950BA-B48C-4C11-8307-0EC7570A6622}" presName="text" presStyleLbl="fgAcc0" presStyleIdx="0" presStyleCnt="3">
        <dgm:presLayoutVars>
          <dgm:chPref val="3"/>
        </dgm:presLayoutVars>
      </dgm:prSet>
      <dgm:spPr/>
    </dgm:pt>
    <dgm:pt modelId="{0DB92449-F9FA-4726-BDB4-7305E73D2905}" type="pres">
      <dgm:prSet presAssocID="{75D950BA-B48C-4C11-8307-0EC7570A6622}" presName="hierChild2" presStyleCnt="0"/>
      <dgm:spPr/>
    </dgm:pt>
    <dgm:pt modelId="{379B2752-E43C-4F4A-A99C-59918099B1CF}" type="pres">
      <dgm:prSet presAssocID="{7D06E2A3-5FB4-4FC8-9660-516B69EC8A04}" presName="hierRoot1" presStyleCnt="0"/>
      <dgm:spPr/>
    </dgm:pt>
    <dgm:pt modelId="{99CFB75A-0845-4CDE-89AB-6205DB9660C0}" type="pres">
      <dgm:prSet presAssocID="{7D06E2A3-5FB4-4FC8-9660-516B69EC8A04}" presName="composite" presStyleCnt="0"/>
      <dgm:spPr/>
    </dgm:pt>
    <dgm:pt modelId="{060DB739-9378-4818-AFAE-76091AF2B82A}" type="pres">
      <dgm:prSet presAssocID="{7D06E2A3-5FB4-4FC8-9660-516B69EC8A04}" presName="background" presStyleLbl="node0" presStyleIdx="1" presStyleCnt="3"/>
      <dgm:spPr/>
    </dgm:pt>
    <dgm:pt modelId="{600778ED-7E66-4321-B814-A5738B726130}" type="pres">
      <dgm:prSet presAssocID="{7D06E2A3-5FB4-4FC8-9660-516B69EC8A04}" presName="text" presStyleLbl="fgAcc0" presStyleIdx="1" presStyleCnt="3">
        <dgm:presLayoutVars>
          <dgm:chPref val="3"/>
        </dgm:presLayoutVars>
      </dgm:prSet>
      <dgm:spPr/>
    </dgm:pt>
    <dgm:pt modelId="{E1BA699F-6A80-40C9-9231-95599D99A794}" type="pres">
      <dgm:prSet presAssocID="{7D06E2A3-5FB4-4FC8-9660-516B69EC8A04}" presName="hierChild2" presStyleCnt="0"/>
      <dgm:spPr/>
    </dgm:pt>
    <dgm:pt modelId="{B4106B1E-8D0E-4BEE-AF93-D0B780ACB4E1}" type="pres">
      <dgm:prSet presAssocID="{0DCF987E-52FF-4675-827D-3CA20950B7A0}" presName="hierRoot1" presStyleCnt="0"/>
      <dgm:spPr/>
    </dgm:pt>
    <dgm:pt modelId="{8B415A72-4D88-45E7-866C-60EBA0934E93}" type="pres">
      <dgm:prSet presAssocID="{0DCF987E-52FF-4675-827D-3CA20950B7A0}" presName="composite" presStyleCnt="0"/>
      <dgm:spPr/>
    </dgm:pt>
    <dgm:pt modelId="{D6553349-D6A2-4721-AC2C-CB39C6F8A65C}" type="pres">
      <dgm:prSet presAssocID="{0DCF987E-52FF-4675-827D-3CA20950B7A0}" presName="background" presStyleLbl="node0" presStyleIdx="2" presStyleCnt="3"/>
      <dgm:spPr/>
    </dgm:pt>
    <dgm:pt modelId="{B08E8A54-BF3F-4A6A-97BE-267DFDAEC818}" type="pres">
      <dgm:prSet presAssocID="{0DCF987E-52FF-4675-827D-3CA20950B7A0}" presName="text" presStyleLbl="fgAcc0" presStyleIdx="2" presStyleCnt="3">
        <dgm:presLayoutVars>
          <dgm:chPref val="3"/>
        </dgm:presLayoutVars>
      </dgm:prSet>
      <dgm:spPr/>
    </dgm:pt>
    <dgm:pt modelId="{61075D2F-1E43-49B2-9429-67313FF64182}" type="pres">
      <dgm:prSet presAssocID="{0DCF987E-52FF-4675-827D-3CA20950B7A0}" presName="hierChild2" presStyleCnt="0"/>
      <dgm:spPr/>
    </dgm:pt>
  </dgm:ptLst>
  <dgm:cxnLst>
    <dgm:cxn modelId="{3F7CBD04-3D1E-4F0F-A672-4E198B53594F}" type="presOf" srcId="{42742EAB-18F4-4E22-A190-FA281105C2A3}" destId="{DC302D38-CCE1-46BF-9B4D-4D8068FABE23}" srcOrd="0" destOrd="0" presId="urn:microsoft.com/office/officeart/2005/8/layout/hierarchy1"/>
    <dgm:cxn modelId="{BB2E3227-58E9-4482-BBE2-1742C2780486}" srcId="{42742EAB-18F4-4E22-A190-FA281105C2A3}" destId="{75D950BA-B48C-4C11-8307-0EC7570A6622}" srcOrd="0" destOrd="0" parTransId="{2347F362-F35F-48C3-BC76-A47C67FBD9B2}" sibTransId="{1F85A94B-9FCA-4BE4-A54B-AEE4D34F3361}"/>
    <dgm:cxn modelId="{F5648E7E-9046-47AB-ABDA-4F371F57253F}" srcId="{42742EAB-18F4-4E22-A190-FA281105C2A3}" destId="{7D06E2A3-5FB4-4FC8-9660-516B69EC8A04}" srcOrd="1" destOrd="0" parTransId="{8C611EF6-1865-468F-9E70-5D9B66D8A90A}" sibTransId="{71FC83D0-B60B-40A0-9EF3-20BE43010582}"/>
    <dgm:cxn modelId="{380E2EAC-7A21-49D5-AEAB-451D1D6CA100}" type="presOf" srcId="{75D950BA-B48C-4C11-8307-0EC7570A6622}" destId="{AC0D596F-3658-44AE-A6F2-199E31D43911}" srcOrd="0" destOrd="0" presId="urn:microsoft.com/office/officeart/2005/8/layout/hierarchy1"/>
    <dgm:cxn modelId="{AE7386B2-3C08-48BD-953D-1495C71C59F1}" type="presOf" srcId="{0DCF987E-52FF-4675-827D-3CA20950B7A0}" destId="{B08E8A54-BF3F-4A6A-97BE-267DFDAEC818}" srcOrd="0" destOrd="0" presId="urn:microsoft.com/office/officeart/2005/8/layout/hierarchy1"/>
    <dgm:cxn modelId="{458662DB-EC7A-4DFB-9BED-886FDD3E31AE}" type="presOf" srcId="{7D06E2A3-5FB4-4FC8-9660-516B69EC8A04}" destId="{600778ED-7E66-4321-B814-A5738B726130}" srcOrd="0" destOrd="0" presId="urn:microsoft.com/office/officeart/2005/8/layout/hierarchy1"/>
    <dgm:cxn modelId="{86BF42FE-A9E9-42C9-9D33-8B72B9ADDC3D}" srcId="{42742EAB-18F4-4E22-A190-FA281105C2A3}" destId="{0DCF987E-52FF-4675-827D-3CA20950B7A0}" srcOrd="2" destOrd="0" parTransId="{54C99A23-C2C0-4923-A23F-6E4F7E78D55B}" sibTransId="{70C124B0-8535-43B5-86FF-0A40DF7155E0}"/>
    <dgm:cxn modelId="{6D72B20E-E71F-400B-A81E-6CFE5EB1A9B3}" type="presParOf" srcId="{DC302D38-CCE1-46BF-9B4D-4D8068FABE23}" destId="{7BFA2108-0264-4BDB-8076-CA0F07F8A7D9}" srcOrd="0" destOrd="0" presId="urn:microsoft.com/office/officeart/2005/8/layout/hierarchy1"/>
    <dgm:cxn modelId="{174A8F3B-6251-4955-A221-B10D2D1B83F4}" type="presParOf" srcId="{7BFA2108-0264-4BDB-8076-CA0F07F8A7D9}" destId="{7AF58247-E666-4033-BC6D-6A0E76660B89}" srcOrd="0" destOrd="0" presId="urn:microsoft.com/office/officeart/2005/8/layout/hierarchy1"/>
    <dgm:cxn modelId="{DFD9FC33-A48F-45E6-BCE7-272CA77E7041}" type="presParOf" srcId="{7AF58247-E666-4033-BC6D-6A0E76660B89}" destId="{1D704A50-3006-49E5-90F9-A40AE1B6BA4F}" srcOrd="0" destOrd="0" presId="urn:microsoft.com/office/officeart/2005/8/layout/hierarchy1"/>
    <dgm:cxn modelId="{90616645-693F-4337-BE4A-BBE36F56648B}" type="presParOf" srcId="{7AF58247-E666-4033-BC6D-6A0E76660B89}" destId="{AC0D596F-3658-44AE-A6F2-199E31D43911}" srcOrd="1" destOrd="0" presId="urn:microsoft.com/office/officeart/2005/8/layout/hierarchy1"/>
    <dgm:cxn modelId="{1D7CF6F6-637C-4607-98AB-57EF68C2AAEF}" type="presParOf" srcId="{7BFA2108-0264-4BDB-8076-CA0F07F8A7D9}" destId="{0DB92449-F9FA-4726-BDB4-7305E73D2905}" srcOrd="1" destOrd="0" presId="urn:microsoft.com/office/officeart/2005/8/layout/hierarchy1"/>
    <dgm:cxn modelId="{BAA198C0-D4A9-4ACD-9EA8-0194FDBFD55B}" type="presParOf" srcId="{DC302D38-CCE1-46BF-9B4D-4D8068FABE23}" destId="{379B2752-E43C-4F4A-A99C-59918099B1CF}" srcOrd="1" destOrd="0" presId="urn:microsoft.com/office/officeart/2005/8/layout/hierarchy1"/>
    <dgm:cxn modelId="{B32DCD49-5ED3-4447-87A8-067B38FEFC6E}" type="presParOf" srcId="{379B2752-E43C-4F4A-A99C-59918099B1CF}" destId="{99CFB75A-0845-4CDE-89AB-6205DB9660C0}" srcOrd="0" destOrd="0" presId="urn:microsoft.com/office/officeart/2005/8/layout/hierarchy1"/>
    <dgm:cxn modelId="{8FD1D2FF-91C5-4A1A-996A-3A3240347939}" type="presParOf" srcId="{99CFB75A-0845-4CDE-89AB-6205DB9660C0}" destId="{060DB739-9378-4818-AFAE-76091AF2B82A}" srcOrd="0" destOrd="0" presId="urn:microsoft.com/office/officeart/2005/8/layout/hierarchy1"/>
    <dgm:cxn modelId="{97A76BF1-A1A0-43BE-AD28-E404C00EFB7E}" type="presParOf" srcId="{99CFB75A-0845-4CDE-89AB-6205DB9660C0}" destId="{600778ED-7E66-4321-B814-A5738B726130}" srcOrd="1" destOrd="0" presId="urn:microsoft.com/office/officeart/2005/8/layout/hierarchy1"/>
    <dgm:cxn modelId="{5D05AFDF-BD7F-4722-9873-E3B15CF26037}" type="presParOf" srcId="{379B2752-E43C-4F4A-A99C-59918099B1CF}" destId="{E1BA699F-6A80-40C9-9231-95599D99A794}" srcOrd="1" destOrd="0" presId="urn:microsoft.com/office/officeart/2005/8/layout/hierarchy1"/>
    <dgm:cxn modelId="{1FBF7DC5-C873-4CA0-A1F5-7494B3415C3D}" type="presParOf" srcId="{DC302D38-CCE1-46BF-9B4D-4D8068FABE23}" destId="{B4106B1E-8D0E-4BEE-AF93-D0B780ACB4E1}" srcOrd="2" destOrd="0" presId="urn:microsoft.com/office/officeart/2005/8/layout/hierarchy1"/>
    <dgm:cxn modelId="{CAC56C41-424C-4749-A2BB-995248DA7ECC}" type="presParOf" srcId="{B4106B1E-8D0E-4BEE-AF93-D0B780ACB4E1}" destId="{8B415A72-4D88-45E7-866C-60EBA0934E93}" srcOrd="0" destOrd="0" presId="urn:microsoft.com/office/officeart/2005/8/layout/hierarchy1"/>
    <dgm:cxn modelId="{D5A3B339-566C-4132-B987-C019B1516784}" type="presParOf" srcId="{8B415A72-4D88-45E7-866C-60EBA0934E93}" destId="{D6553349-D6A2-4721-AC2C-CB39C6F8A65C}" srcOrd="0" destOrd="0" presId="urn:microsoft.com/office/officeart/2005/8/layout/hierarchy1"/>
    <dgm:cxn modelId="{12FDB45E-47B4-4438-94C6-4C3CE30ABD43}" type="presParOf" srcId="{8B415A72-4D88-45E7-866C-60EBA0934E93}" destId="{B08E8A54-BF3F-4A6A-97BE-267DFDAEC818}" srcOrd="1" destOrd="0" presId="urn:microsoft.com/office/officeart/2005/8/layout/hierarchy1"/>
    <dgm:cxn modelId="{5EEE54D6-86DC-4C08-8775-113CD398B659}" type="presParOf" srcId="{B4106B1E-8D0E-4BEE-AF93-D0B780ACB4E1}" destId="{61075D2F-1E43-49B2-9429-67313FF641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9D17D6F-F25E-4000-980C-6230DA58A83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44A308-089B-4703-88A4-471CC695D1B3}">
      <dgm:prSet/>
      <dgm:spPr/>
      <dgm:t>
        <a:bodyPr/>
        <a:lstStyle/>
        <a:p>
          <a:r>
            <a:rPr lang="en-US"/>
            <a:t>Vältä arkaluontoisia toimintoja kuten kirjautumista pankkiin</a:t>
          </a:r>
        </a:p>
      </dgm:t>
    </dgm:pt>
    <dgm:pt modelId="{538F37B5-56F0-439F-B3D1-34BDACA21D8A}" type="parTrans" cxnId="{53A88D83-98C9-42D6-B8EF-A5F698A77F1C}">
      <dgm:prSet/>
      <dgm:spPr/>
      <dgm:t>
        <a:bodyPr/>
        <a:lstStyle/>
        <a:p>
          <a:endParaRPr lang="en-US"/>
        </a:p>
      </dgm:t>
    </dgm:pt>
    <dgm:pt modelId="{0E9CD71F-8598-4880-9122-CC01352E1485}" type="sibTrans" cxnId="{53A88D83-98C9-42D6-B8EF-A5F698A77F1C}">
      <dgm:prSet/>
      <dgm:spPr/>
      <dgm:t>
        <a:bodyPr/>
        <a:lstStyle/>
        <a:p>
          <a:endParaRPr lang="en-US"/>
        </a:p>
      </dgm:t>
    </dgm:pt>
    <dgm:pt modelId="{759B98F6-BBFB-4EA3-8991-6E9A8FFC6A74}">
      <dgm:prSet/>
      <dgm:spPr/>
      <dgm:t>
        <a:bodyPr/>
        <a:lstStyle/>
        <a:p>
          <a:r>
            <a:rPr lang="en-US"/>
            <a:t>Käytä VPN:ää suojaamaan yhteyttäsi</a:t>
          </a:r>
        </a:p>
      </dgm:t>
    </dgm:pt>
    <dgm:pt modelId="{3A7D8537-73A1-425A-9BE1-9F999AD35359}" type="parTrans" cxnId="{8C10C568-3AEB-4446-97A3-6F417F882971}">
      <dgm:prSet/>
      <dgm:spPr/>
      <dgm:t>
        <a:bodyPr/>
        <a:lstStyle/>
        <a:p>
          <a:endParaRPr lang="en-US"/>
        </a:p>
      </dgm:t>
    </dgm:pt>
    <dgm:pt modelId="{8028A37C-48C3-4AF1-A870-E0964690D321}" type="sibTrans" cxnId="{8C10C568-3AEB-4446-97A3-6F417F882971}">
      <dgm:prSet/>
      <dgm:spPr/>
      <dgm:t>
        <a:bodyPr/>
        <a:lstStyle/>
        <a:p>
          <a:endParaRPr lang="en-US"/>
        </a:p>
      </dgm:t>
    </dgm:pt>
    <dgm:pt modelId="{96460628-1AC1-48F7-A614-AD05CECFF535}">
      <dgm:prSet/>
      <dgm:spPr/>
      <dgm:t>
        <a:bodyPr/>
        <a:lstStyle/>
        <a:p>
          <a:r>
            <a:rPr lang="en-US"/>
            <a:t>Tarkista, ettei laitteesi muodosta automaattisesti yhteyttä tuntemattomiin verkkoihin</a:t>
          </a:r>
        </a:p>
      </dgm:t>
    </dgm:pt>
    <dgm:pt modelId="{683BD149-3E7A-4535-97F7-BABDA738E420}" type="parTrans" cxnId="{BAA7AC73-8355-4F89-A3DD-BD26570A19B6}">
      <dgm:prSet/>
      <dgm:spPr/>
      <dgm:t>
        <a:bodyPr/>
        <a:lstStyle/>
        <a:p>
          <a:endParaRPr lang="en-US"/>
        </a:p>
      </dgm:t>
    </dgm:pt>
    <dgm:pt modelId="{63036F7E-9B96-4AF2-8507-FF4DD1BB698A}" type="sibTrans" cxnId="{BAA7AC73-8355-4F89-A3DD-BD26570A19B6}">
      <dgm:prSet/>
      <dgm:spPr/>
      <dgm:t>
        <a:bodyPr/>
        <a:lstStyle/>
        <a:p>
          <a:endParaRPr lang="en-US"/>
        </a:p>
      </dgm:t>
    </dgm:pt>
    <dgm:pt modelId="{7531E63E-5F8A-44A2-A775-35CCD0A19E40}" type="pres">
      <dgm:prSet presAssocID="{C9D17D6F-F25E-4000-980C-6230DA58A8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EBB05F-2979-4FFE-B5F5-27B31C87EC32}" type="pres">
      <dgm:prSet presAssocID="{1744A308-089B-4703-88A4-471CC695D1B3}" presName="hierRoot1" presStyleCnt="0"/>
      <dgm:spPr/>
    </dgm:pt>
    <dgm:pt modelId="{B13EB29E-AAD6-40A7-A1D0-7CDC6107118E}" type="pres">
      <dgm:prSet presAssocID="{1744A308-089B-4703-88A4-471CC695D1B3}" presName="composite" presStyleCnt="0"/>
      <dgm:spPr/>
    </dgm:pt>
    <dgm:pt modelId="{1E9175B1-217A-4980-B686-01BFD0289CE8}" type="pres">
      <dgm:prSet presAssocID="{1744A308-089B-4703-88A4-471CC695D1B3}" presName="background" presStyleLbl="node0" presStyleIdx="0" presStyleCnt="3"/>
      <dgm:spPr/>
    </dgm:pt>
    <dgm:pt modelId="{DB17D855-FAB9-4CC0-9E25-DBD5518459AF}" type="pres">
      <dgm:prSet presAssocID="{1744A308-089B-4703-88A4-471CC695D1B3}" presName="text" presStyleLbl="fgAcc0" presStyleIdx="0" presStyleCnt="3">
        <dgm:presLayoutVars>
          <dgm:chPref val="3"/>
        </dgm:presLayoutVars>
      </dgm:prSet>
      <dgm:spPr/>
    </dgm:pt>
    <dgm:pt modelId="{29DDA68B-9AC6-491F-B9AA-91DCFBEB84BC}" type="pres">
      <dgm:prSet presAssocID="{1744A308-089B-4703-88A4-471CC695D1B3}" presName="hierChild2" presStyleCnt="0"/>
      <dgm:spPr/>
    </dgm:pt>
    <dgm:pt modelId="{0FA7B5CC-BEFE-4984-B27A-4F7120EE5D45}" type="pres">
      <dgm:prSet presAssocID="{759B98F6-BBFB-4EA3-8991-6E9A8FFC6A74}" presName="hierRoot1" presStyleCnt="0"/>
      <dgm:spPr/>
    </dgm:pt>
    <dgm:pt modelId="{33C053D5-4679-470E-A458-340B710DA645}" type="pres">
      <dgm:prSet presAssocID="{759B98F6-BBFB-4EA3-8991-6E9A8FFC6A74}" presName="composite" presStyleCnt="0"/>
      <dgm:spPr/>
    </dgm:pt>
    <dgm:pt modelId="{CD1E7C96-0519-4603-AA4F-527869D049E6}" type="pres">
      <dgm:prSet presAssocID="{759B98F6-BBFB-4EA3-8991-6E9A8FFC6A74}" presName="background" presStyleLbl="node0" presStyleIdx="1" presStyleCnt="3"/>
      <dgm:spPr/>
    </dgm:pt>
    <dgm:pt modelId="{47A73187-90D0-49EF-85A9-AD3E91E3E6CE}" type="pres">
      <dgm:prSet presAssocID="{759B98F6-BBFB-4EA3-8991-6E9A8FFC6A74}" presName="text" presStyleLbl="fgAcc0" presStyleIdx="1" presStyleCnt="3">
        <dgm:presLayoutVars>
          <dgm:chPref val="3"/>
        </dgm:presLayoutVars>
      </dgm:prSet>
      <dgm:spPr/>
    </dgm:pt>
    <dgm:pt modelId="{84C16C34-DF87-43FD-BF6D-1D73081708E5}" type="pres">
      <dgm:prSet presAssocID="{759B98F6-BBFB-4EA3-8991-6E9A8FFC6A74}" presName="hierChild2" presStyleCnt="0"/>
      <dgm:spPr/>
    </dgm:pt>
    <dgm:pt modelId="{460F5E1D-F468-409F-939C-65701AE99FE8}" type="pres">
      <dgm:prSet presAssocID="{96460628-1AC1-48F7-A614-AD05CECFF535}" presName="hierRoot1" presStyleCnt="0"/>
      <dgm:spPr/>
    </dgm:pt>
    <dgm:pt modelId="{A0E32902-D77B-48AC-85CC-31D2A0DCCE6C}" type="pres">
      <dgm:prSet presAssocID="{96460628-1AC1-48F7-A614-AD05CECFF535}" presName="composite" presStyleCnt="0"/>
      <dgm:spPr/>
    </dgm:pt>
    <dgm:pt modelId="{3E05D93B-F072-4F51-8DC1-3759E815FCB0}" type="pres">
      <dgm:prSet presAssocID="{96460628-1AC1-48F7-A614-AD05CECFF535}" presName="background" presStyleLbl="node0" presStyleIdx="2" presStyleCnt="3"/>
      <dgm:spPr/>
    </dgm:pt>
    <dgm:pt modelId="{0BD776B6-9C16-403D-9967-FD79B5BE559D}" type="pres">
      <dgm:prSet presAssocID="{96460628-1AC1-48F7-A614-AD05CECFF535}" presName="text" presStyleLbl="fgAcc0" presStyleIdx="2" presStyleCnt="3">
        <dgm:presLayoutVars>
          <dgm:chPref val="3"/>
        </dgm:presLayoutVars>
      </dgm:prSet>
      <dgm:spPr/>
    </dgm:pt>
    <dgm:pt modelId="{5F30FB1F-08AB-4A0C-89AF-8729EE7752DA}" type="pres">
      <dgm:prSet presAssocID="{96460628-1AC1-48F7-A614-AD05CECFF535}" presName="hierChild2" presStyleCnt="0"/>
      <dgm:spPr/>
    </dgm:pt>
  </dgm:ptLst>
  <dgm:cxnLst>
    <dgm:cxn modelId="{BF41720B-4CDC-4769-861F-446434E6A9C0}" type="presOf" srcId="{C9D17D6F-F25E-4000-980C-6230DA58A835}" destId="{7531E63E-5F8A-44A2-A775-35CCD0A19E40}" srcOrd="0" destOrd="0" presId="urn:microsoft.com/office/officeart/2005/8/layout/hierarchy1"/>
    <dgm:cxn modelId="{8C10C568-3AEB-4446-97A3-6F417F882971}" srcId="{C9D17D6F-F25E-4000-980C-6230DA58A835}" destId="{759B98F6-BBFB-4EA3-8991-6E9A8FFC6A74}" srcOrd="1" destOrd="0" parTransId="{3A7D8537-73A1-425A-9BE1-9F999AD35359}" sibTransId="{8028A37C-48C3-4AF1-A870-E0964690D321}"/>
    <dgm:cxn modelId="{BAA7AC73-8355-4F89-A3DD-BD26570A19B6}" srcId="{C9D17D6F-F25E-4000-980C-6230DA58A835}" destId="{96460628-1AC1-48F7-A614-AD05CECFF535}" srcOrd="2" destOrd="0" parTransId="{683BD149-3E7A-4535-97F7-BABDA738E420}" sibTransId="{63036F7E-9B96-4AF2-8507-FF4DD1BB698A}"/>
    <dgm:cxn modelId="{53A88D83-98C9-42D6-B8EF-A5F698A77F1C}" srcId="{C9D17D6F-F25E-4000-980C-6230DA58A835}" destId="{1744A308-089B-4703-88A4-471CC695D1B3}" srcOrd="0" destOrd="0" parTransId="{538F37B5-56F0-439F-B3D1-34BDACA21D8A}" sibTransId="{0E9CD71F-8598-4880-9122-CC01352E1485}"/>
    <dgm:cxn modelId="{72A415AD-BFF9-4B33-BCAB-313EA1ECCB6E}" type="presOf" srcId="{96460628-1AC1-48F7-A614-AD05CECFF535}" destId="{0BD776B6-9C16-403D-9967-FD79B5BE559D}" srcOrd="0" destOrd="0" presId="urn:microsoft.com/office/officeart/2005/8/layout/hierarchy1"/>
    <dgm:cxn modelId="{158F4DC4-E8A7-406A-B881-BE31F425C0FF}" type="presOf" srcId="{1744A308-089B-4703-88A4-471CC695D1B3}" destId="{DB17D855-FAB9-4CC0-9E25-DBD5518459AF}" srcOrd="0" destOrd="0" presId="urn:microsoft.com/office/officeart/2005/8/layout/hierarchy1"/>
    <dgm:cxn modelId="{C1AFB4EB-DF9B-464E-B3F5-22F0E990EF5E}" type="presOf" srcId="{759B98F6-BBFB-4EA3-8991-6E9A8FFC6A74}" destId="{47A73187-90D0-49EF-85A9-AD3E91E3E6CE}" srcOrd="0" destOrd="0" presId="urn:microsoft.com/office/officeart/2005/8/layout/hierarchy1"/>
    <dgm:cxn modelId="{CAF7AF2F-C31A-4528-9217-D204CD4A0D5A}" type="presParOf" srcId="{7531E63E-5F8A-44A2-A775-35CCD0A19E40}" destId="{DDEBB05F-2979-4FFE-B5F5-27B31C87EC32}" srcOrd="0" destOrd="0" presId="urn:microsoft.com/office/officeart/2005/8/layout/hierarchy1"/>
    <dgm:cxn modelId="{CD60DD7D-78F1-49C8-BF4A-72E67CBDD84C}" type="presParOf" srcId="{DDEBB05F-2979-4FFE-B5F5-27B31C87EC32}" destId="{B13EB29E-AAD6-40A7-A1D0-7CDC6107118E}" srcOrd="0" destOrd="0" presId="urn:microsoft.com/office/officeart/2005/8/layout/hierarchy1"/>
    <dgm:cxn modelId="{71DB6ED8-9C61-4C60-9AD1-34711AE4D77A}" type="presParOf" srcId="{B13EB29E-AAD6-40A7-A1D0-7CDC6107118E}" destId="{1E9175B1-217A-4980-B686-01BFD0289CE8}" srcOrd="0" destOrd="0" presId="urn:microsoft.com/office/officeart/2005/8/layout/hierarchy1"/>
    <dgm:cxn modelId="{9F889698-8420-42E2-A8C3-3D3ED80CC5DF}" type="presParOf" srcId="{B13EB29E-AAD6-40A7-A1D0-7CDC6107118E}" destId="{DB17D855-FAB9-4CC0-9E25-DBD5518459AF}" srcOrd="1" destOrd="0" presId="urn:microsoft.com/office/officeart/2005/8/layout/hierarchy1"/>
    <dgm:cxn modelId="{2242BF71-331B-43E9-8BC6-4BA466B6138D}" type="presParOf" srcId="{DDEBB05F-2979-4FFE-B5F5-27B31C87EC32}" destId="{29DDA68B-9AC6-491F-B9AA-91DCFBEB84BC}" srcOrd="1" destOrd="0" presId="urn:microsoft.com/office/officeart/2005/8/layout/hierarchy1"/>
    <dgm:cxn modelId="{3F7EA858-A969-4E47-A8A2-8408FDD2E0C8}" type="presParOf" srcId="{7531E63E-5F8A-44A2-A775-35CCD0A19E40}" destId="{0FA7B5CC-BEFE-4984-B27A-4F7120EE5D45}" srcOrd="1" destOrd="0" presId="urn:microsoft.com/office/officeart/2005/8/layout/hierarchy1"/>
    <dgm:cxn modelId="{317655D6-5D52-4EE4-BA76-279AA0AA86A1}" type="presParOf" srcId="{0FA7B5CC-BEFE-4984-B27A-4F7120EE5D45}" destId="{33C053D5-4679-470E-A458-340B710DA645}" srcOrd="0" destOrd="0" presId="urn:microsoft.com/office/officeart/2005/8/layout/hierarchy1"/>
    <dgm:cxn modelId="{7A6B6595-84D3-466C-A989-089F2B5F211A}" type="presParOf" srcId="{33C053D5-4679-470E-A458-340B710DA645}" destId="{CD1E7C96-0519-4603-AA4F-527869D049E6}" srcOrd="0" destOrd="0" presId="urn:microsoft.com/office/officeart/2005/8/layout/hierarchy1"/>
    <dgm:cxn modelId="{3A566F85-0DA5-42AD-B9E8-30C821CD6736}" type="presParOf" srcId="{33C053D5-4679-470E-A458-340B710DA645}" destId="{47A73187-90D0-49EF-85A9-AD3E91E3E6CE}" srcOrd="1" destOrd="0" presId="urn:microsoft.com/office/officeart/2005/8/layout/hierarchy1"/>
    <dgm:cxn modelId="{06BA485B-3993-4D2A-94F4-CD5F71ED1170}" type="presParOf" srcId="{0FA7B5CC-BEFE-4984-B27A-4F7120EE5D45}" destId="{84C16C34-DF87-43FD-BF6D-1D73081708E5}" srcOrd="1" destOrd="0" presId="urn:microsoft.com/office/officeart/2005/8/layout/hierarchy1"/>
    <dgm:cxn modelId="{31E6551E-7AC1-4AA2-AA5D-31C725E4B2AD}" type="presParOf" srcId="{7531E63E-5F8A-44A2-A775-35CCD0A19E40}" destId="{460F5E1D-F468-409F-939C-65701AE99FE8}" srcOrd="2" destOrd="0" presId="urn:microsoft.com/office/officeart/2005/8/layout/hierarchy1"/>
    <dgm:cxn modelId="{7AB21442-0D0E-434D-B622-EDCCDA63CCEF}" type="presParOf" srcId="{460F5E1D-F468-409F-939C-65701AE99FE8}" destId="{A0E32902-D77B-48AC-85CC-31D2A0DCCE6C}" srcOrd="0" destOrd="0" presId="urn:microsoft.com/office/officeart/2005/8/layout/hierarchy1"/>
    <dgm:cxn modelId="{06C4EF3D-3253-4A75-9C0D-DE54EB6537A8}" type="presParOf" srcId="{A0E32902-D77B-48AC-85CC-31D2A0DCCE6C}" destId="{3E05D93B-F072-4F51-8DC1-3759E815FCB0}" srcOrd="0" destOrd="0" presId="urn:microsoft.com/office/officeart/2005/8/layout/hierarchy1"/>
    <dgm:cxn modelId="{AE5F4F26-5088-4128-AA84-13EC5426517D}" type="presParOf" srcId="{A0E32902-D77B-48AC-85CC-31D2A0DCCE6C}" destId="{0BD776B6-9C16-403D-9967-FD79B5BE559D}" srcOrd="1" destOrd="0" presId="urn:microsoft.com/office/officeart/2005/8/layout/hierarchy1"/>
    <dgm:cxn modelId="{FDBB135E-81F8-41B7-9F3B-62ADDD80AD6F}" type="presParOf" srcId="{460F5E1D-F468-409F-939C-65701AE99FE8}" destId="{5F30FB1F-08AB-4A0C-89AF-8729EE7752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4E9AFBD-2864-4E45-A4B0-03D2EE17911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728430C-DFF8-49B7-90C0-9B893EEC416A}">
      <dgm:prSet/>
      <dgm:spPr/>
      <dgm:t>
        <a:bodyPr/>
        <a:lstStyle/>
        <a:p>
          <a:r>
            <a:rPr lang="en-US"/>
            <a:t>Huijausviestit, joiden tavoitteena on saada henkilökohtaisia tietoja</a:t>
          </a:r>
        </a:p>
      </dgm:t>
    </dgm:pt>
    <dgm:pt modelId="{DF79DAD2-3FD4-42A0-A211-1422D7C0EF6E}" type="parTrans" cxnId="{96AB887D-F514-4925-BCD2-6B120D53035C}">
      <dgm:prSet/>
      <dgm:spPr/>
      <dgm:t>
        <a:bodyPr/>
        <a:lstStyle/>
        <a:p>
          <a:endParaRPr lang="en-US"/>
        </a:p>
      </dgm:t>
    </dgm:pt>
    <dgm:pt modelId="{4D8C71DA-D780-4AB6-92C3-75DD68178C02}" type="sibTrans" cxnId="{96AB887D-F514-4925-BCD2-6B120D53035C}">
      <dgm:prSet/>
      <dgm:spPr/>
      <dgm:t>
        <a:bodyPr/>
        <a:lstStyle/>
        <a:p>
          <a:endParaRPr lang="en-US"/>
        </a:p>
      </dgm:t>
    </dgm:pt>
    <dgm:pt modelId="{E95A49C1-AE19-4AFA-95DF-39CC0E84ADB2}">
      <dgm:prSet/>
      <dgm:spPr/>
      <dgm:t>
        <a:bodyPr/>
        <a:lstStyle/>
        <a:p>
          <a:r>
            <a:rPr lang="en-US"/>
            <a:t>Usein esiintyy luotettavan tahon nimissä (pankki, viranomainen)</a:t>
          </a:r>
        </a:p>
      </dgm:t>
    </dgm:pt>
    <dgm:pt modelId="{6C60F31A-4B74-47D8-A94F-3F8C799B056F}" type="parTrans" cxnId="{C3D8F1D0-C097-4E14-9766-E34F7804DD9D}">
      <dgm:prSet/>
      <dgm:spPr/>
      <dgm:t>
        <a:bodyPr/>
        <a:lstStyle/>
        <a:p>
          <a:endParaRPr lang="en-US"/>
        </a:p>
      </dgm:t>
    </dgm:pt>
    <dgm:pt modelId="{268FEAD2-A13C-4989-9428-A04C5C4DB47E}" type="sibTrans" cxnId="{C3D8F1D0-C097-4E14-9766-E34F7804DD9D}">
      <dgm:prSet/>
      <dgm:spPr/>
      <dgm:t>
        <a:bodyPr/>
        <a:lstStyle/>
        <a:p>
          <a:endParaRPr lang="en-US"/>
        </a:p>
      </dgm:t>
    </dgm:pt>
    <dgm:pt modelId="{BBC54858-1C3A-48A4-857B-910E9776EB2D}">
      <dgm:prSet/>
      <dgm:spPr/>
      <dgm:t>
        <a:bodyPr/>
        <a:lstStyle/>
        <a:p>
          <a:r>
            <a:rPr lang="en-US"/>
            <a:t>Tavoitteena tilien kaappaus tai rahan huijaaminen</a:t>
          </a:r>
        </a:p>
      </dgm:t>
    </dgm:pt>
    <dgm:pt modelId="{A190220A-29E7-4138-8DEA-DF653C142FD4}" type="parTrans" cxnId="{D46CB7C8-F773-4025-86D6-C501E0C822D6}">
      <dgm:prSet/>
      <dgm:spPr/>
      <dgm:t>
        <a:bodyPr/>
        <a:lstStyle/>
        <a:p>
          <a:endParaRPr lang="en-US"/>
        </a:p>
      </dgm:t>
    </dgm:pt>
    <dgm:pt modelId="{E433E54B-2F2B-4D61-948C-A82C5DFBD1B7}" type="sibTrans" cxnId="{D46CB7C8-F773-4025-86D6-C501E0C822D6}">
      <dgm:prSet/>
      <dgm:spPr/>
      <dgm:t>
        <a:bodyPr/>
        <a:lstStyle/>
        <a:p>
          <a:endParaRPr lang="en-US"/>
        </a:p>
      </dgm:t>
    </dgm:pt>
    <dgm:pt modelId="{1C330EBB-9E1B-4A83-A8EB-867C0582DEA7}" type="pres">
      <dgm:prSet presAssocID="{14E9AFBD-2864-4E45-A4B0-03D2EE179114}" presName="root" presStyleCnt="0">
        <dgm:presLayoutVars>
          <dgm:dir/>
          <dgm:resizeHandles val="exact"/>
        </dgm:presLayoutVars>
      </dgm:prSet>
      <dgm:spPr/>
    </dgm:pt>
    <dgm:pt modelId="{E2E6B644-4B3F-4F33-A17A-5CBAFF0D0F9C}" type="pres">
      <dgm:prSet presAssocID="{F728430C-DFF8-49B7-90C0-9B893EEC416A}" presName="compNode" presStyleCnt="0"/>
      <dgm:spPr/>
    </dgm:pt>
    <dgm:pt modelId="{F6FD89C0-B57F-4802-8A62-B7591007743C}" type="pres">
      <dgm:prSet presAssocID="{F728430C-DFF8-49B7-90C0-9B893EEC41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alitaulu"/>
        </a:ext>
      </dgm:extLst>
    </dgm:pt>
    <dgm:pt modelId="{5DBDDED8-72E7-4941-93F7-341A5159905F}" type="pres">
      <dgm:prSet presAssocID="{F728430C-DFF8-49B7-90C0-9B893EEC416A}" presName="spaceRect" presStyleCnt="0"/>
      <dgm:spPr/>
    </dgm:pt>
    <dgm:pt modelId="{6568858C-85FF-4225-9270-A6D53ADE5A22}" type="pres">
      <dgm:prSet presAssocID="{F728430C-DFF8-49B7-90C0-9B893EEC416A}" presName="textRect" presStyleLbl="revTx" presStyleIdx="0" presStyleCnt="3">
        <dgm:presLayoutVars>
          <dgm:chMax val="1"/>
          <dgm:chPref val="1"/>
        </dgm:presLayoutVars>
      </dgm:prSet>
      <dgm:spPr/>
    </dgm:pt>
    <dgm:pt modelId="{627B3002-E15A-460C-86C4-4BD4F181F09B}" type="pres">
      <dgm:prSet presAssocID="{4D8C71DA-D780-4AB6-92C3-75DD68178C02}" presName="sibTrans" presStyleCnt="0"/>
      <dgm:spPr/>
    </dgm:pt>
    <dgm:pt modelId="{E10BA947-DF11-427F-AA24-0F548A5BC5BE}" type="pres">
      <dgm:prSet presAssocID="{E95A49C1-AE19-4AFA-95DF-39CC0E84ADB2}" presName="compNode" presStyleCnt="0"/>
      <dgm:spPr/>
    </dgm:pt>
    <dgm:pt modelId="{0AA8A88D-07C4-4372-AEC2-033CA0D861AE}" type="pres">
      <dgm:prSet presAssocID="{E95A49C1-AE19-4AFA-95DF-39CC0E84AD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kki"/>
        </a:ext>
      </dgm:extLst>
    </dgm:pt>
    <dgm:pt modelId="{AB40A703-C37D-40A0-8E19-DC750187E28D}" type="pres">
      <dgm:prSet presAssocID="{E95A49C1-AE19-4AFA-95DF-39CC0E84ADB2}" presName="spaceRect" presStyleCnt="0"/>
      <dgm:spPr/>
    </dgm:pt>
    <dgm:pt modelId="{BE72814B-E3A1-4EFF-A960-6FB19D488816}" type="pres">
      <dgm:prSet presAssocID="{E95A49C1-AE19-4AFA-95DF-39CC0E84ADB2}" presName="textRect" presStyleLbl="revTx" presStyleIdx="1" presStyleCnt="3">
        <dgm:presLayoutVars>
          <dgm:chMax val="1"/>
          <dgm:chPref val="1"/>
        </dgm:presLayoutVars>
      </dgm:prSet>
      <dgm:spPr/>
    </dgm:pt>
    <dgm:pt modelId="{0A3EE600-A8A7-4477-85E3-D6AD1717861C}" type="pres">
      <dgm:prSet presAssocID="{268FEAD2-A13C-4989-9428-A04C5C4DB47E}" presName="sibTrans" presStyleCnt="0"/>
      <dgm:spPr/>
    </dgm:pt>
    <dgm:pt modelId="{B64B9B4B-F908-443E-8229-117916A44A3D}" type="pres">
      <dgm:prSet presAssocID="{BBC54858-1C3A-48A4-857B-910E9776EB2D}" presName="compNode" presStyleCnt="0"/>
      <dgm:spPr/>
    </dgm:pt>
    <dgm:pt modelId="{46365C37-EB84-4255-A3CC-9E455842D430}" type="pres">
      <dgm:prSet presAssocID="{BBC54858-1C3A-48A4-857B-910E9776EB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lintamerkki"/>
        </a:ext>
      </dgm:extLst>
    </dgm:pt>
    <dgm:pt modelId="{DABA326C-379B-450D-97BF-4789C5CB560A}" type="pres">
      <dgm:prSet presAssocID="{BBC54858-1C3A-48A4-857B-910E9776EB2D}" presName="spaceRect" presStyleCnt="0"/>
      <dgm:spPr/>
    </dgm:pt>
    <dgm:pt modelId="{3996DB63-7419-4A7A-8D7D-A51F948D5B75}" type="pres">
      <dgm:prSet presAssocID="{BBC54858-1C3A-48A4-857B-910E9776EB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428632-DFE5-4170-84D3-CEA350FF7AE6}" type="presOf" srcId="{14E9AFBD-2864-4E45-A4B0-03D2EE179114}" destId="{1C330EBB-9E1B-4A83-A8EB-867C0582DEA7}" srcOrd="0" destOrd="0" presId="urn:microsoft.com/office/officeart/2018/2/layout/IconLabelList"/>
    <dgm:cxn modelId="{96AB887D-F514-4925-BCD2-6B120D53035C}" srcId="{14E9AFBD-2864-4E45-A4B0-03D2EE179114}" destId="{F728430C-DFF8-49B7-90C0-9B893EEC416A}" srcOrd="0" destOrd="0" parTransId="{DF79DAD2-3FD4-42A0-A211-1422D7C0EF6E}" sibTransId="{4D8C71DA-D780-4AB6-92C3-75DD68178C02}"/>
    <dgm:cxn modelId="{4A3BDBA1-9383-4F0E-B021-C9A9E50C0C08}" type="presOf" srcId="{BBC54858-1C3A-48A4-857B-910E9776EB2D}" destId="{3996DB63-7419-4A7A-8D7D-A51F948D5B75}" srcOrd="0" destOrd="0" presId="urn:microsoft.com/office/officeart/2018/2/layout/IconLabelList"/>
    <dgm:cxn modelId="{C6FEACAB-8331-4E7A-A1C0-08D482F09A52}" type="presOf" srcId="{F728430C-DFF8-49B7-90C0-9B893EEC416A}" destId="{6568858C-85FF-4225-9270-A6D53ADE5A22}" srcOrd="0" destOrd="0" presId="urn:microsoft.com/office/officeart/2018/2/layout/IconLabelList"/>
    <dgm:cxn modelId="{D46CB7C8-F773-4025-86D6-C501E0C822D6}" srcId="{14E9AFBD-2864-4E45-A4B0-03D2EE179114}" destId="{BBC54858-1C3A-48A4-857B-910E9776EB2D}" srcOrd="2" destOrd="0" parTransId="{A190220A-29E7-4138-8DEA-DF653C142FD4}" sibTransId="{E433E54B-2F2B-4D61-948C-A82C5DFBD1B7}"/>
    <dgm:cxn modelId="{C3D8F1D0-C097-4E14-9766-E34F7804DD9D}" srcId="{14E9AFBD-2864-4E45-A4B0-03D2EE179114}" destId="{E95A49C1-AE19-4AFA-95DF-39CC0E84ADB2}" srcOrd="1" destOrd="0" parTransId="{6C60F31A-4B74-47D8-A94F-3F8C799B056F}" sibTransId="{268FEAD2-A13C-4989-9428-A04C5C4DB47E}"/>
    <dgm:cxn modelId="{6E8BD5E0-DA41-4806-A54D-771C79EA04A1}" type="presOf" srcId="{E95A49C1-AE19-4AFA-95DF-39CC0E84ADB2}" destId="{BE72814B-E3A1-4EFF-A960-6FB19D488816}" srcOrd="0" destOrd="0" presId="urn:microsoft.com/office/officeart/2018/2/layout/IconLabelList"/>
    <dgm:cxn modelId="{A273FC0B-6137-492D-8A87-AF7B38254E9D}" type="presParOf" srcId="{1C330EBB-9E1B-4A83-A8EB-867C0582DEA7}" destId="{E2E6B644-4B3F-4F33-A17A-5CBAFF0D0F9C}" srcOrd="0" destOrd="0" presId="urn:microsoft.com/office/officeart/2018/2/layout/IconLabelList"/>
    <dgm:cxn modelId="{C9FA57DA-3E6E-4C0A-8370-C2637B00E7A5}" type="presParOf" srcId="{E2E6B644-4B3F-4F33-A17A-5CBAFF0D0F9C}" destId="{F6FD89C0-B57F-4802-8A62-B7591007743C}" srcOrd="0" destOrd="0" presId="urn:microsoft.com/office/officeart/2018/2/layout/IconLabelList"/>
    <dgm:cxn modelId="{9725D039-7A4F-4C0E-A623-7B30AE2D1BDE}" type="presParOf" srcId="{E2E6B644-4B3F-4F33-A17A-5CBAFF0D0F9C}" destId="{5DBDDED8-72E7-4941-93F7-341A5159905F}" srcOrd="1" destOrd="0" presId="urn:microsoft.com/office/officeart/2018/2/layout/IconLabelList"/>
    <dgm:cxn modelId="{BE86DB1D-717E-49A4-8EFD-6B41C49611D6}" type="presParOf" srcId="{E2E6B644-4B3F-4F33-A17A-5CBAFF0D0F9C}" destId="{6568858C-85FF-4225-9270-A6D53ADE5A22}" srcOrd="2" destOrd="0" presId="urn:microsoft.com/office/officeart/2018/2/layout/IconLabelList"/>
    <dgm:cxn modelId="{E200C6A3-7420-47AE-9CA4-778938AC6252}" type="presParOf" srcId="{1C330EBB-9E1B-4A83-A8EB-867C0582DEA7}" destId="{627B3002-E15A-460C-86C4-4BD4F181F09B}" srcOrd="1" destOrd="0" presId="urn:microsoft.com/office/officeart/2018/2/layout/IconLabelList"/>
    <dgm:cxn modelId="{1D2F3F43-6FAE-4594-B511-781CDE1DE76D}" type="presParOf" srcId="{1C330EBB-9E1B-4A83-A8EB-867C0582DEA7}" destId="{E10BA947-DF11-427F-AA24-0F548A5BC5BE}" srcOrd="2" destOrd="0" presId="urn:microsoft.com/office/officeart/2018/2/layout/IconLabelList"/>
    <dgm:cxn modelId="{147DA3EA-E32A-4CC2-895D-8BAB8CC59259}" type="presParOf" srcId="{E10BA947-DF11-427F-AA24-0F548A5BC5BE}" destId="{0AA8A88D-07C4-4372-AEC2-033CA0D861AE}" srcOrd="0" destOrd="0" presId="urn:microsoft.com/office/officeart/2018/2/layout/IconLabelList"/>
    <dgm:cxn modelId="{4C2CE370-3C29-4029-9CC7-A2A445A167FA}" type="presParOf" srcId="{E10BA947-DF11-427F-AA24-0F548A5BC5BE}" destId="{AB40A703-C37D-40A0-8E19-DC750187E28D}" srcOrd="1" destOrd="0" presId="urn:microsoft.com/office/officeart/2018/2/layout/IconLabelList"/>
    <dgm:cxn modelId="{C7D19C5E-F4AF-493E-9C2B-33B85CFEDAC6}" type="presParOf" srcId="{E10BA947-DF11-427F-AA24-0F548A5BC5BE}" destId="{BE72814B-E3A1-4EFF-A960-6FB19D488816}" srcOrd="2" destOrd="0" presId="urn:microsoft.com/office/officeart/2018/2/layout/IconLabelList"/>
    <dgm:cxn modelId="{6D04F795-0844-4E07-B8CC-6F22AF12FC2D}" type="presParOf" srcId="{1C330EBB-9E1B-4A83-A8EB-867C0582DEA7}" destId="{0A3EE600-A8A7-4477-85E3-D6AD1717861C}" srcOrd="3" destOrd="0" presId="urn:microsoft.com/office/officeart/2018/2/layout/IconLabelList"/>
    <dgm:cxn modelId="{6E1FBDE6-A574-44F6-B46D-B1A246DA6A9C}" type="presParOf" srcId="{1C330EBB-9E1B-4A83-A8EB-867C0582DEA7}" destId="{B64B9B4B-F908-443E-8229-117916A44A3D}" srcOrd="4" destOrd="0" presId="urn:microsoft.com/office/officeart/2018/2/layout/IconLabelList"/>
    <dgm:cxn modelId="{32B9334D-7D2C-414B-BDB3-B2575B1777AF}" type="presParOf" srcId="{B64B9B4B-F908-443E-8229-117916A44A3D}" destId="{46365C37-EB84-4255-A3CC-9E455842D430}" srcOrd="0" destOrd="0" presId="urn:microsoft.com/office/officeart/2018/2/layout/IconLabelList"/>
    <dgm:cxn modelId="{DEF711E6-4E17-4E10-AC0E-E6D0758F9439}" type="presParOf" srcId="{B64B9B4B-F908-443E-8229-117916A44A3D}" destId="{DABA326C-379B-450D-97BF-4789C5CB560A}" srcOrd="1" destOrd="0" presId="urn:microsoft.com/office/officeart/2018/2/layout/IconLabelList"/>
    <dgm:cxn modelId="{3480B95D-8A06-4D48-B75A-C356F6C5DFD5}" type="presParOf" srcId="{B64B9B4B-F908-443E-8229-117916A44A3D}" destId="{3996DB63-7419-4A7A-8D7D-A51F948D5B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CB7B067-3856-4732-BE45-F6C2ABD8FF0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E41C4E-8B18-4C4C-8CFD-A9F5297EFEB2}">
      <dgm:prSet/>
      <dgm:spPr/>
      <dgm:t>
        <a:bodyPr/>
        <a:lstStyle/>
        <a:p>
          <a:r>
            <a:rPr lang="en-US"/>
            <a:t>Sähköposti, tekstiviesti (smishing), puhelu (vishing)</a:t>
          </a:r>
        </a:p>
      </dgm:t>
    </dgm:pt>
    <dgm:pt modelId="{54E10F63-6BC6-46DD-812C-569192CC4794}" type="parTrans" cxnId="{26FA25ED-C8E7-466B-9994-2742F06EA988}">
      <dgm:prSet/>
      <dgm:spPr/>
      <dgm:t>
        <a:bodyPr/>
        <a:lstStyle/>
        <a:p>
          <a:endParaRPr lang="en-US"/>
        </a:p>
      </dgm:t>
    </dgm:pt>
    <dgm:pt modelId="{26923AF8-12E7-4DD3-B814-6FC915D49436}" type="sibTrans" cxnId="{26FA25ED-C8E7-466B-9994-2742F06EA988}">
      <dgm:prSet/>
      <dgm:spPr/>
      <dgm:t>
        <a:bodyPr/>
        <a:lstStyle/>
        <a:p>
          <a:endParaRPr lang="en-US"/>
        </a:p>
      </dgm:t>
    </dgm:pt>
    <dgm:pt modelId="{15E4D960-A352-4C96-8BF9-6BEFEF10803E}">
      <dgm:prSet/>
      <dgm:spPr/>
      <dgm:t>
        <a:bodyPr/>
        <a:lstStyle/>
        <a:p>
          <a:r>
            <a:rPr lang="en-US"/>
            <a:t>Väärennetyt verkkosivut, jotka muistuttavat oikeita palveluita</a:t>
          </a:r>
        </a:p>
      </dgm:t>
    </dgm:pt>
    <dgm:pt modelId="{C856A954-3F21-44CF-89C6-E3CEEA9A9E08}" type="parTrans" cxnId="{C3EDBBAB-D66B-4098-9ACF-A63975A2042E}">
      <dgm:prSet/>
      <dgm:spPr/>
      <dgm:t>
        <a:bodyPr/>
        <a:lstStyle/>
        <a:p>
          <a:endParaRPr lang="en-US"/>
        </a:p>
      </dgm:t>
    </dgm:pt>
    <dgm:pt modelId="{A96A4D68-89A7-4518-B3FC-2C5232DD265C}" type="sibTrans" cxnId="{C3EDBBAB-D66B-4098-9ACF-A63975A2042E}">
      <dgm:prSet/>
      <dgm:spPr/>
      <dgm:t>
        <a:bodyPr/>
        <a:lstStyle/>
        <a:p>
          <a:endParaRPr lang="en-US"/>
        </a:p>
      </dgm:t>
    </dgm:pt>
    <dgm:pt modelId="{4C82813E-87AA-43C1-A434-594E213D0ADA}">
      <dgm:prSet/>
      <dgm:spPr/>
      <dgm:t>
        <a:bodyPr/>
        <a:lstStyle/>
        <a:p>
          <a:r>
            <a:rPr lang="en-US"/>
            <a:t>Ajavat käyttäjää kiireeseen tai pelkoon</a:t>
          </a:r>
        </a:p>
      </dgm:t>
    </dgm:pt>
    <dgm:pt modelId="{1D3FC1A0-9703-4EAB-8536-CCED382DA3CD}" type="parTrans" cxnId="{11C40DDC-7AC8-447D-9CCE-EC378EEDBB3D}">
      <dgm:prSet/>
      <dgm:spPr/>
      <dgm:t>
        <a:bodyPr/>
        <a:lstStyle/>
        <a:p>
          <a:endParaRPr lang="en-US"/>
        </a:p>
      </dgm:t>
    </dgm:pt>
    <dgm:pt modelId="{B94C1A7E-4C5B-4F86-B36F-AC2020614732}" type="sibTrans" cxnId="{11C40DDC-7AC8-447D-9CCE-EC378EEDBB3D}">
      <dgm:prSet/>
      <dgm:spPr/>
      <dgm:t>
        <a:bodyPr/>
        <a:lstStyle/>
        <a:p>
          <a:endParaRPr lang="en-US"/>
        </a:p>
      </dgm:t>
    </dgm:pt>
    <dgm:pt modelId="{614F7B3F-C1E5-425C-943D-A8273726864A}" type="pres">
      <dgm:prSet presAssocID="{6CB7B067-3856-4732-BE45-F6C2ABD8FF0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C56B23-125F-4982-943D-6F043E76A362}" type="pres">
      <dgm:prSet presAssocID="{63E41C4E-8B18-4C4C-8CFD-A9F5297EFEB2}" presName="hierRoot1" presStyleCnt="0"/>
      <dgm:spPr/>
    </dgm:pt>
    <dgm:pt modelId="{5E078F8D-27AE-4148-AA8D-52BB3946A06E}" type="pres">
      <dgm:prSet presAssocID="{63E41C4E-8B18-4C4C-8CFD-A9F5297EFEB2}" presName="composite" presStyleCnt="0"/>
      <dgm:spPr/>
    </dgm:pt>
    <dgm:pt modelId="{69551AA0-233C-4D97-9902-20A8A6CF13FF}" type="pres">
      <dgm:prSet presAssocID="{63E41C4E-8B18-4C4C-8CFD-A9F5297EFEB2}" presName="background" presStyleLbl="node0" presStyleIdx="0" presStyleCnt="3"/>
      <dgm:spPr/>
    </dgm:pt>
    <dgm:pt modelId="{37976820-A44C-4B78-ABDD-7B6357B38EAB}" type="pres">
      <dgm:prSet presAssocID="{63E41C4E-8B18-4C4C-8CFD-A9F5297EFEB2}" presName="text" presStyleLbl="fgAcc0" presStyleIdx="0" presStyleCnt="3">
        <dgm:presLayoutVars>
          <dgm:chPref val="3"/>
        </dgm:presLayoutVars>
      </dgm:prSet>
      <dgm:spPr/>
    </dgm:pt>
    <dgm:pt modelId="{4A3BD5BB-7DA0-44D2-A349-56DF5F7EEC6F}" type="pres">
      <dgm:prSet presAssocID="{63E41C4E-8B18-4C4C-8CFD-A9F5297EFEB2}" presName="hierChild2" presStyleCnt="0"/>
      <dgm:spPr/>
    </dgm:pt>
    <dgm:pt modelId="{FFB7D930-1F03-4B8C-8E4B-F13CDFFA0ABF}" type="pres">
      <dgm:prSet presAssocID="{15E4D960-A352-4C96-8BF9-6BEFEF10803E}" presName="hierRoot1" presStyleCnt="0"/>
      <dgm:spPr/>
    </dgm:pt>
    <dgm:pt modelId="{668F14FD-303E-4830-8C11-0C4C062CA846}" type="pres">
      <dgm:prSet presAssocID="{15E4D960-A352-4C96-8BF9-6BEFEF10803E}" presName="composite" presStyleCnt="0"/>
      <dgm:spPr/>
    </dgm:pt>
    <dgm:pt modelId="{B38B2D8D-8EAD-4127-A551-AF259CFA4558}" type="pres">
      <dgm:prSet presAssocID="{15E4D960-A352-4C96-8BF9-6BEFEF10803E}" presName="background" presStyleLbl="node0" presStyleIdx="1" presStyleCnt="3"/>
      <dgm:spPr/>
    </dgm:pt>
    <dgm:pt modelId="{DC21C9C6-B5B7-4925-8D00-138F90850CE9}" type="pres">
      <dgm:prSet presAssocID="{15E4D960-A352-4C96-8BF9-6BEFEF10803E}" presName="text" presStyleLbl="fgAcc0" presStyleIdx="1" presStyleCnt="3">
        <dgm:presLayoutVars>
          <dgm:chPref val="3"/>
        </dgm:presLayoutVars>
      </dgm:prSet>
      <dgm:spPr/>
    </dgm:pt>
    <dgm:pt modelId="{73886FF2-9135-404C-A813-0028771D23BE}" type="pres">
      <dgm:prSet presAssocID="{15E4D960-A352-4C96-8BF9-6BEFEF10803E}" presName="hierChild2" presStyleCnt="0"/>
      <dgm:spPr/>
    </dgm:pt>
    <dgm:pt modelId="{ED42BCB6-AD25-40F9-B73F-9F3BD25ADF84}" type="pres">
      <dgm:prSet presAssocID="{4C82813E-87AA-43C1-A434-594E213D0ADA}" presName="hierRoot1" presStyleCnt="0"/>
      <dgm:spPr/>
    </dgm:pt>
    <dgm:pt modelId="{A799AC7D-E142-4FCC-BD7C-BF48BEACCFB4}" type="pres">
      <dgm:prSet presAssocID="{4C82813E-87AA-43C1-A434-594E213D0ADA}" presName="composite" presStyleCnt="0"/>
      <dgm:spPr/>
    </dgm:pt>
    <dgm:pt modelId="{B753FAF0-4C57-4C25-BBAD-3070EE775DF6}" type="pres">
      <dgm:prSet presAssocID="{4C82813E-87AA-43C1-A434-594E213D0ADA}" presName="background" presStyleLbl="node0" presStyleIdx="2" presStyleCnt="3"/>
      <dgm:spPr/>
    </dgm:pt>
    <dgm:pt modelId="{D871D163-A917-4842-ADC5-819C463CFA3E}" type="pres">
      <dgm:prSet presAssocID="{4C82813E-87AA-43C1-A434-594E213D0ADA}" presName="text" presStyleLbl="fgAcc0" presStyleIdx="2" presStyleCnt="3">
        <dgm:presLayoutVars>
          <dgm:chPref val="3"/>
        </dgm:presLayoutVars>
      </dgm:prSet>
      <dgm:spPr/>
    </dgm:pt>
    <dgm:pt modelId="{092C764B-B6D0-4953-B853-A87CA7814B16}" type="pres">
      <dgm:prSet presAssocID="{4C82813E-87AA-43C1-A434-594E213D0ADA}" presName="hierChild2" presStyleCnt="0"/>
      <dgm:spPr/>
    </dgm:pt>
  </dgm:ptLst>
  <dgm:cxnLst>
    <dgm:cxn modelId="{D6B55888-6BD6-45F6-8EEB-7FE1829C5F89}" type="presOf" srcId="{4C82813E-87AA-43C1-A434-594E213D0ADA}" destId="{D871D163-A917-4842-ADC5-819C463CFA3E}" srcOrd="0" destOrd="0" presId="urn:microsoft.com/office/officeart/2005/8/layout/hierarchy1"/>
    <dgm:cxn modelId="{C3EDBBAB-D66B-4098-9ACF-A63975A2042E}" srcId="{6CB7B067-3856-4732-BE45-F6C2ABD8FF0F}" destId="{15E4D960-A352-4C96-8BF9-6BEFEF10803E}" srcOrd="1" destOrd="0" parTransId="{C856A954-3F21-44CF-89C6-E3CEEA9A9E08}" sibTransId="{A96A4D68-89A7-4518-B3FC-2C5232DD265C}"/>
    <dgm:cxn modelId="{80D5F5B6-884E-4E36-BE5D-19EFB9DBC841}" type="presOf" srcId="{15E4D960-A352-4C96-8BF9-6BEFEF10803E}" destId="{DC21C9C6-B5B7-4925-8D00-138F90850CE9}" srcOrd="0" destOrd="0" presId="urn:microsoft.com/office/officeart/2005/8/layout/hierarchy1"/>
    <dgm:cxn modelId="{66C061D3-136C-490F-956E-EA88102F51F6}" type="presOf" srcId="{63E41C4E-8B18-4C4C-8CFD-A9F5297EFEB2}" destId="{37976820-A44C-4B78-ABDD-7B6357B38EAB}" srcOrd="0" destOrd="0" presId="urn:microsoft.com/office/officeart/2005/8/layout/hierarchy1"/>
    <dgm:cxn modelId="{CCC101D6-069C-4D99-9E9E-823C61823EF2}" type="presOf" srcId="{6CB7B067-3856-4732-BE45-F6C2ABD8FF0F}" destId="{614F7B3F-C1E5-425C-943D-A8273726864A}" srcOrd="0" destOrd="0" presId="urn:microsoft.com/office/officeart/2005/8/layout/hierarchy1"/>
    <dgm:cxn modelId="{11C40DDC-7AC8-447D-9CCE-EC378EEDBB3D}" srcId="{6CB7B067-3856-4732-BE45-F6C2ABD8FF0F}" destId="{4C82813E-87AA-43C1-A434-594E213D0ADA}" srcOrd="2" destOrd="0" parTransId="{1D3FC1A0-9703-4EAB-8536-CCED382DA3CD}" sibTransId="{B94C1A7E-4C5B-4F86-B36F-AC2020614732}"/>
    <dgm:cxn modelId="{26FA25ED-C8E7-466B-9994-2742F06EA988}" srcId="{6CB7B067-3856-4732-BE45-F6C2ABD8FF0F}" destId="{63E41C4E-8B18-4C4C-8CFD-A9F5297EFEB2}" srcOrd="0" destOrd="0" parTransId="{54E10F63-6BC6-46DD-812C-569192CC4794}" sibTransId="{26923AF8-12E7-4DD3-B814-6FC915D49436}"/>
    <dgm:cxn modelId="{EDD9818D-026D-4505-931D-65BFDEB0C620}" type="presParOf" srcId="{614F7B3F-C1E5-425C-943D-A8273726864A}" destId="{CCC56B23-125F-4982-943D-6F043E76A362}" srcOrd="0" destOrd="0" presId="urn:microsoft.com/office/officeart/2005/8/layout/hierarchy1"/>
    <dgm:cxn modelId="{B02078BA-A56A-4EA2-A262-27F6061E4A82}" type="presParOf" srcId="{CCC56B23-125F-4982-943D-6F043E76A362}" destId="{5E078F8D-27AE-4148-AA8D-52BB3946A06E}" srcOrd="0" destOrd="0" presId="urn:microsoft.com/office/officeart/2005/8/layout/hierarchy1"/>
    <dgm:cxn modelId="{6A579AF5-CC35-4FE3-AE7B-E1D88DF0D64B}" type="presParOf" srcId="{5E078F8D-27AE-4148-AA8D-52BB3946A06E}" destId="{69551AA0-233C-4D97-9902-20A8A6CF13FF}" srcOrd="0" destOrd="0" presId="urn:microsoft.com/office/officeart/2005/8/layout/hierarchy1"/>
    <dgm:cxn modelId="{7C35CEE4-A384-4368-9FE4-F9672C82367A}" type="presParOf" srcId="{5E078F8D-27AE-4148-AA8D-52BB3946A06E}" destId="{37976820-A44C-4B78-ABDD-7B6357B38EAB}" srcOrd="1" destOrd="0" presId="urn:microsoft.com/office/officeart/2005/8/layout/hierarchy1"/>
    <dgm:cxn modelId="{8F853512-2CA6-4E03-BAE9-9381320E045D}" type="presParOf" srcId="{CCC56B23-125F-4982-943D-6F043E76A362}" destId="{4A3BD5BB-7DA0-44D2-A349-56DF5F7EEC6F}" srcOrd="1" destOrd="0" presId="urn:microsoft.com/office/officeart/2005/8/layout/hierarchy1"/>
    <dgm:cxn modelId="{06F99FAC-B42C-4775-A0D8-AA73BEE05EB1}" type="presParOf" srcId="{614F7B3F-C1E5-425C-943D-A8273726864A}" destId="{FFB7D930-1F03-4B8C-8E4B-F13CDFFA0ABF}" srcOrd="1" destOrd="0" presId="urn:microsoft.com/office/officeart/2005/8/layout/hierarchy1"/>
    <dgm:cxn modelId="{649615D5-37A2-4060-A0AD-88A81662F15C}" type="presParOf" srcId="{FFB7D930-1F03-4B8C-8E4B-F13CDFFA0ABF}" destId="{668F14FD-303E-4830-8C11-0C4C062CA846}" srcOrd="0" destOrd="0" presId="urn:microsoft.com/office/officeart/2005/8/layout/hierarchy1"/>
    <dgm:cxn modelId="{178E29E3-F196-48AA-9343-133953B671C2}" type="presParOf" srcId="{668F14FD-303E-4830-8C11-0C4C062CA846}" destId="{B38B2D8D-8EAD-4127-A551-AF259CFA4558}" srcOrd="0" destOrd="0" presId="urn:microsoft.com/office/officeart/2005/8/layout/hierarchy1"/>
    <dgm:cxn modelId="{FCD23F58-2425-4FF3-A567-C7DDE941CEE0}" type="presParOf" srcId="{668F14FD-303E-4830-8C11-0C4C062CA846}" destId="{DC21C9C6-B5B7-4925-8D00-138F90850CE9}" srcOrd="1" destOrd="0" presId="urn:microsoft.com/office/officeart/2005/8/layout/hierarchy1"/>
    <dgm:cxn modelId="{7F71FF4D-8BDD-4F62-A598-7A8377913A18}" type="presParOf" srcId="{FFB7D930-1F03-4B8C-8E4B-F13CDFFA0ABF}" destId="{73886FF2-9135-404C-A813-0028771D23BE}" srcOrd="1" destOrd="0" presId="urn:microsoft.com/office/officeart/2005/8/layout/hierarchy1"/>
    <dgm:cxn modelId="{E6FA88E1-2E59-495F-83EC-90CF42094C9C}" type="presParOf" srcId="{614F7B3F-C1E5-425C-943D-A8273726864A}" destId="{ED42BCB6-AD25-40F9-B73F-9F3BD25ADF84}" srcOrd="2" destOrd="0" presId="urn:microsoft.com/office/officeart/2005/8/layout/hierarchy1"/>
    <dgm:cxn modelId="{5084E0CD-8A23-4489-AD3F-BF452BA77427}" type="presParOf" srcId="{ED42BCB6-AD25-40F9-B73F-9F3BD25ADF84}" destId="{A799AC7D-E142-4FCC-BD7C-BF48BEACCFB4}" srcOrd="0" destOrd="0" presId="urn:microsoft.com/office/officeart/2005/8/layout/hierarchy1"/>
    <dgm:cxn modelId="{EDBC0726-06AD-46AF-9265-6478BC9AF2B3}" type="presParOf" srcId="{A799AC7D-E142-4FCC-BD7C-BF48BEACCFB4}" destId="{B753FAF0-4C57-4C25-BBAD-3070EE775DF6}" srcOrd="0" destOrd="0" presId="urn:microsoft.com/office/officeart/2005/8/layout/hierarchy1"/>
    <dgm:cxn modelId="{20D4C148-588F-4D7B-A14C-3AC795AD5BE3}" type="presParOf" srcId="{A799AC7D-E142-4FCC-BD7C-BF48BEACCFB4}" destId="{D871D163-A917-4842-ADC5-819C463CFA3E}" srcOrd="1" destOrd="0" presId="urn:microsoft.com/office/officeart/2005/8/layout/hierarchy1"/>
    <dgm:cxn modelId="{143767B2-FFA7-43D7-95A3-F8C514FA4778}" type="presParOf" srcId="{ED42BCB6-AD25-40F9-B73F-9F3BD25ADF84}" destId="{092C764B-B6D0-4953-B853-A87CA7814B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0FA02C8-F460-40E4-BAAC-E987FD05BCE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8201A2-F98D-49A7-909E-C147F05E998E}">
      <dgm:prSet/>
      <dgm:spPr/>
      <dgm:t>
        <a:bodyPr/>
        <a:lstStyle/>
        <a:p>
          <a:r>
            <a:rPr lang="en-US"/>
            <a:t>Hyödynnetään luottamusta ja inhimillistä vuorovaikutusta</a:t>
          </a:r>
        </a:p>
      </dgm:t>
    </dgm:pt>
    <dgm:pt modelId="{6AB714F7-0DA0-4469-AFA5-C6E380D82CCE}" type="parTrans" cxnId="{F22865A2-8895-4B0D-987B-7D54612E86A2}">
      <dgm:prSet/>
      <dgm:spPr/>
      <dgm:t>
        <a:bodyPr/>
        <a:lstStyle/>
        <a:p>
          <a:endParaRPr lang="en-US"/>
        </a:p>
      </dgm:t>
    </dgm:pt>
    <dgm:pt modelId="{A47576CF-6EBB-48E8-A598-042065BF2823}" type="sibTrans" cxnId="{F22865A2-8895-4B0D-987B-7D54612E86A2}">
      <dgm:prSet/>
      <dgm:spPr/>
      <dgm:t>
        <a:bodyPr/>
        <a:lstStyle/>
        <a:p>
          <a:endParaRPr lang="en-US"/>
        </a:p>
      </dgm:t>
    </dgm:pt>
    <dgm:pt modelId="{C299BF9F-B13E-458E-9AA8-38A3CBCE2122}">
      <dgm:prSet/>
      <dgm:spPr/>
      <dgm:t>
        <a:bodyPr/>
        <a:lstStyle/>
        <a:p>
          <a:r>
            <a:rPr lang="en-US"/>
            <a:t>Esittäydytään esim. teknisenä tukena tai ystävänä</a:t>
          </a:r>
        </a:p>
      </dgm:t>
    </dgm:pt>
    <dgm:pt modelId="{24D731FA-002C-4C6D-9F74-051F3C58BB35}" type="parTrans" cxnId="{AE1156BC-4DBD-47F0-836D-3AFF18A4948E}">
      <dgm:prSet/>
      <dgm:spPr/>
      <dgm:t>
        <a:bodyPr/>
        <a:lstStyle/>
        <a:p>
          <a:endParaRPr lang="en-US"/>
        </a:p>
      </dgm:t>
    </dgm:pt>
    <dgm:pt modelId="{25C33291-A0DE-4924-8DE0-33229DD4DACA}" type="sibTrans" cxnId="{AE1156BC-4DBD-47F0-836D-3AFF18A4948E}">
      <dgm:prSet/>
      <dgm:spPr/>
      <dgm:t>
        <a:bodyPr/>
        <a:lstStyle/>
        <a:p>
          <a:endParaRPr lang="en-US"/>
        </a:p>
      </dgm:t>
    </dgm:pt>
    <dgm:pt modelId="{18CB9BC6-0A69-466B-8D70-796A5109801C}">
      <dgm:prSet/>
      <dgm:spPr/>
      <dgm:t>
        <a:bodyPr/>
        <a:lstStyle/>
        <a:p>
          <a:r>
            <a:rPr lang="en-US"/>
            <a:t>Pyydetään salasanoja tai salasanalinkkejä</a:t>
          </a:r>
        </a:p>
      </dgm:t>
    </dgm:pt>
    <dgm:pt modelId="{879334C8-16C9-433C-8530-C513E1DE7D5B}" type="parTrans" cxnId="{6DF92915-51D2-4478-BE95-65EDD0A6EF2A}">
      <dgm:prSet/>
      <dgm:spPr/>
      <dgm:t>
        <a:bodyPr/>
        <a:lstStyle/>
        <a:p>
          <a:endParaRPr lang="en-US"/>
        </a:p>
      </dgm:t>
    </dgm:pt>
    <dgm:pt modelId="{5F3C232A-B4A0-41E9-9566-C915B32AA4DF}" type="sibTrans" cxnId="{6DF92915-51D2-4478-BE95-65EDD0A6EF2A}">
      <dgm:prSet/>
      <dgm:spPr/>
      <dgm:t>
        <a:bodyPr/>
        <a:lstStyle/>
        <a:p>
          <a:endParaRPr lang="en-US"/>
        </a:p>
      </dgm:t>
    </dgm:pt>
    <dgm:pt modelId="{122DBCBC-B5F5-469D-BDAB-4C92C5484ED7}" type="pres">
      <dgm:prSet presAssocID="{00FA02C8-F460-40E4-BAAC-E987FD05BCE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05065B-4B1D-4F70-8887-0C60DDE4C7EE}" type="pres">
      <dgm:prSet presAssocID="{D48201A2-F98D-49A7-909E-C147F05E998E}" presName="hierRoot1" presStyleCnt="0"/>
      <dgm:spPr/>
    </dgm:pt>
    <dgm:pt modelId="{AB75A313-487C-4F89-8227-1107AAFF854A}" type="pres">
      <dgm:prSet presAssocID="{D48201A2-F98D-49A7-909E-C147F05E998E}" presName="composite" presStyleCnt="0"/>
      <dgm:spPr/>
    </dgm:pt>
    <dgm:pt modelId="{F7D18B0B-32C3-4C52-8EA6-9987EFC74ECF}" type="pres">
      <dgm:prSet presAssocID="{D48201A2-F98D-49A7-909E-C147F05E998E}" presName="background" presStyleLbl="node0" presStyleIdx="0" presStyleCnt="3"/>
      <dgm:spPr/>
    </dgm:pt>
    <dgm:pt modelId="{F98C0596-E5CB-49EA-9FE0-21F9E669290A}" type="pres">
      <dgm:prSet presAssocID="{D48201A2-F98D-49A7-909E-C147F05E998E}" presName="text" presStyleLbl="fgAcc0" presStyleIdx="0" presStyleCnt="3">
        <dgm:presLayoutVars>
          <dgm:chPref val="3"/>
        </dgm:presLayoutVars>
      </dgm:prSet>
      <dgm:spPr/>
    </dgm:pt>
    <dgm:pt modelId="{2C378721-A0BB-4483-97A7-D254492D049B}" type="pres">
      <dgm:prSet presAssocID="{D48201A2-F98D-49A7-909E-C147F05E998E}" presName="hierChild2" presStyleCnt="0"/>
      <dgm:spPr/>
    </dgm:pt>
    <dgm:pt modelId="{0E3385F5-48E0-48A4-824A-A2109C4C81E3}" type="pres">
      <dgm:prSet presAssocID="{C299BF9F-B13E-458E-9AA8-38A3CBCE2122}" presName="hierRoot1" presStyleCnt="0"/>
      <dgm:spPr/>
    </dgm:pt>
    <dgm:pt modelId="{70365155-B028-43B9-A6CA-4E8E1F342F7B}" type="pres">
      <dgm:prSet presAssocID="{C299BF9F-B13E-458E-9AA8-38A3CBCE2122}" presName="composite" presStyleCnt="0"/>
      <dgm:spPr/>
    </dgm:pt>
    <dgm:pt modelId="{908CAC45-63B0-4A98-A4C3-4563F9358CC3}" type="pres">
      <dgm:prSet presAssocID="{C299BF9F-B13E-458E-9AA8-38A3CBCE2122}" presName="background" presStyleLbl="node0" presStyleIdx="1" presStyleCnt="3"/>
      <dgm:spPr/>
    </dgm:pt>
    <dgm:pt modelId="{E9D0C9BB-9136-49DA-83CD-AEEADAA55FA6}" type="pres">
      <dgm:prSet presAssocID="{C299BF9F-B13E-458E-9AA8-38A3CBCE2122}" presName="text" presStyleLbl="fgAcc0" presStyleIdx="1" presStyleCnt="3">
        <dgm:presLayoutVars>
          <dgm:chPref val="3"/>
        </dgm:presLayoutVars>
      </dgm:prSet>
      <dgm:spPr/>
    </dgm:pt>
    <dgm:pt modelId="{2222E84D-37CF-42B8-BEBC-64F17A37C272}" type="pres">
      <dgm:prSet presAssocID="{C299BF9F-B13E-458E-9AA8-38A3CBCE2122}" presName="hierChild2" presStyleCnt="0"/>
      <dgm:spPr/>
    </dgm:pt>
    <dgm:pt modelId="{44B46C4D-3696-45FF-AC2F-A2C0E9A0BDF9}" type="pres">
      <dgm:prSet presAssocID="{18CB9BC6-0A69-466B-8D70-796A5109801C}" presName="hierRoot1" presStyleCnt="0"/>
      <dgm:spPr/>
    </dgm:pt>
    <dgm:pt modelId="{BDC71FA8-4AAB-457A-8C99-8523930F4F37}" type="pres">
      <dgm:prSet presAssocID="{18CB9BC6-0A69-466B-8D70-796A5109801C}" presName="composite" presStyleCnt="0"/>
      <dgm:spPr/>
    </dgm:pt>
    <dgm:pt modelId="{AD73C5A3-37DB-4B31-B85E-1927141FAE06}" type="pres">
      <dgm:prSet presAssocID="{18CB9BC6-0A69-466B-8D70-796A5109801C}" presName="background" presStyleLbl="node0" presStyleIdx="2" presStyleCnt="3"/>
      <dgm:spPr/>
    </dgm:pt>
    <dgm:pt modelId="{DA243C90-7A93-49A8-AA97-80FF7B82F558}" type="pres">
      <dgm:prSet presAssocID="{18CB9BC6-0A69-466B-8D70-796A5109801C}" presName="text" presStyleLbl="fgAcc0" presStyleIdx="2" presStyleCnt="3">
        <dgm:presLayoutVars>
          <dgm:chPref val="3"/>
        </dgm:presLayoutVars>
      </dgm:prSet>
      <dgm:spPr/>
    </dgm:pt>
    <dgm:pt modelId="{DACFB98B-A738-4E33-BA43-10C85E444A43}" type="pres">
      <dgm:prSet presAssocID="{18CB9BC6-0A69-466B-8D70-796A5109801C}" presName="hierChild2" presStyleCnt="0"/>
      <dgm:spPr/>
    </dgm:pt>
  </dgm:ptLst>
  <dgm:cxnLst>
    <dgm:cxn modelId="{6DF92915-51D2-4478-BE95-65EDD0A6EF2A}" srcId="{00FA02C8-F460-40E4-BAAC-E987FD05BCEE}" destId="{18CB9BC6-0A69-466B-8D70-796A5109801C}" srcOrd="2" destOrd="0" parTransId="{879334C8-16C9-433C-8530-C513E1DE7D5B}" sibTransId="{5F3C232A-B4A0-41E9-9566-C915B32AA4DF}"/>
    <dgm:cxn modelId="{F22865A2-8895-4B0D-987B-7D54612E86A2}" srcId="{00FA02C8-F460-40E4-BAAC-E987FD05BCEE}" destId="{D48201A2-F98D-49A7-909E-C147F05E998E}" srcOrd="0" destOrd="0" parTransId="{6AB714F7-0DA0-4469-AFA5-C6E380D82CCE}" sibTransId="{A47576CF-6EBB-48E8-A598-042065BF2823}"/>
    <dgm:cxn modelId="{AE1156BC-4DBD-47F0-836D-3AFF18A4948E}" srcId="{00FA02C8-F460-40E4-BAAC-E987FD05BCEE}" destId="{C299BF9F-B13E-458E-9AA8-38A3CBCE2122}" srcOrd="1" destOrd="0" parTransId="{24D731FA-002C-4C6D-9F74-051F3C58BB35}" sibTransId="{25C33291-A0DE-4924-8DE0-33229DD4DACA}"/>
    <dgm:cxn modelId="{65E22EEC-CF6F-4B42-9311-C8315DFFA73C}" type="presOf" srcId="{18CB9BC6-0A69-466B-8D70-796A5109801C}" destId="{DA243C90-7A93-49A8-AA97-80FF7B82F558}" srcOrd="0" destOrd="0" presId="urn:microsoft.com/office/officeart/2005/8/layout/hierarchy1"/>
    <dgm:cxn modelId="{4CAD4BF1-706D-45BB-A20D-84C84DCC8811}" type="presOf" srcId="{D48201A2-F98D-49A7-909E-C147F05E998E}" destId="{F98C0596-E5CB-49EA-9FE0-21F9E669290A}" srcOrd="0" destOrd="0" presId="urn:microsoft.com/office/officeart/2005/8/layout/hierarchy1"/>
    <dgm:cxn modelId="{4D486CFD-826C-49E8-B4FF-DE618C108541}" type="presOf" srcId="{00FA02C8-F460-40E4-BAAC-E987FD05BCEE}" destId="{122DBCBC-B5F5-469D-BDAB-4C92C5484ED7}" srcOrd="0" destOrd="0" presId="urn:microsoft.com/office/officeart/2005/8/layout/hierarchy1"/>
    <dgm:cxn modelId="{C80C63FE-9BA4-4F53-A8B2-0413AA686F1D}" type="presOf" srcId="{C299BF9F-B13E-458E-9AA8-38A3CBCE2122}" destId="{E9D0C9BB-9136-49DA-83CD-AEEADAA55FA6}" srcOrd="0" destOrd="0" presId="urn:microsoft.com/office/officeart/2005/8/layout/hierarchy1"/>
    <dgm:cxn modelId="{9652FB4C-4772-4040-87AD-50DA7461FD8E}" type="presParOf" srcId="{122DBCBC-B5F5-469D-BDAB-4C92C5484ED7}" destId="{5A05065B-4B1D-4F70-8887-0C60DDE4C7EE}" srcOrd="0" destOrd="0" presId="urn:microsoft.com/office/officeart/2005/8/layout/hierarchy1"/>
    <dgm:cxn modelId="{8E620525-2D50-46AD-B256-A466015BC081}" type="presParOf" srcId="{5A05065B-4B1D-4F70-8887-0C60DDE4C7EE}" destId="{AB75A313-487C-4F89-8227-1107AAFF854A}" srcOrd="0" destOrd="0" presId="urn:microsoft.com/office/officeart/2005/8/layout/hierarchy1"/>
    <dgm:cxn modelId="{C4E05FA3-C0A1-4473-B98D-D641A53AC8B3}" type="presParOf" srcId="{AB75A313-487C-4F89-8227-1107AAFF854A}" destId="{F7D18B0B-32C3-4C52-8EA6-9987EFC74ECF}" srcOrd="0" destOrd="0" presId="urn:microsoft.com/office/officeart/2005/8/layout/hierarchy1"/>
    <dgm:cxn modelId="{C0EB77BE-E930-4676-B827-4CB9E5207853}" type="presParOf" srcId="{AB75A313-487C-4F89-8227-1107AAFF854A}" destId="{F98C0596-E5CB-49EA-9FE0-21F9E669290A}" srcOrd="1" destOrd="0" presId="urn:microsoft.com/office/officeart/2005/8/layout/hierarchy1"/>
    <dgm:cxn modelId="{B21B19EB-F137-4DB9-A251-F4DF91B0CA7F}" type="presParOf" srcId="{5A05065B-4B1D-4F70-8887-0C60DDE4C7EE}" destId="{2C378721-A0BB-4483-97A7-D254492D049B}" srcOrd="1" destOrd="0" presId="urn:microsoft.com/office/officeart/2005/8/layout/hierarchy1"/>
    <dgm:cxn modelId="{FD423CFC-0D8D-410D-819B-DE55091CC829}" type="presParOf" srcId="{122DBCBC-B5F5-469D-BDAB-4C92C5484ED7}" destId="{0E3385F5-48E0-48A4-824A-A2109C4C81E3}" srcOrd="1" destOrd="0" presId="urn:microsoft.com/office/officeart/2005/8/layout/hierarchy1"/>
    <dgm:cxn modelId="{15C14CFC-B060-483E-959C-4246BFC626A0}" type="presParOf" srcId="{0E3385F5-48E0-48A4-824A-A2109C4C81E3}" destId="{70365155-B028-43B9-A6CA-4E8E1F342F7B}" srcOrd="0" destOrd="0" presId="urn:microsoft.com/office/officeart/2005/8/layout/hierarchy1"/>
    <dgm:cxn modelId="{B7D43D38-387B-4B63-ADBF-0B245174B716}" type="presParOf" srcId="{70365155-B028-43B9-A6CA-4E8E1F342F7B}" destId="{908CAC45-63B0-4A98-A4C3-4563F9358CC3}" srcOrd="0" destOrd="0" presId="urn:microsoft.com/office/officeart/2005/8/layout/hierarchy1"/>
    <dgm:cxn modelId="{5D9CDF33-5E34-43B2-A065-FB461F2DC348}" type="presParOf" srcId="{70365155-B028-43B9-A6CA-4E8E1F342F7B}" destId="{E9D0C9BB-9136-49DA-83CD-AEEADAA55FA6}" srcOrd="1" destOrd="0" presId="urn:microsoft.com/office/officeart/2005/8/layout/hierarchy1"/>
    <dgm:cxn modelId="{1BBA787B-329A-40C5-8BB2-666224220B6E}" type="presParOf" srcId="{0E3385F5-48E0-48A4-824A-A2109C4C81E3}" destId="{2222E84D-37CF-42B8-BEBC-64F17A37C272}" srcOrd="1" destOrd="0" presId="urn:microsoft.com/office/officeart/2005/8/layout/hierarchy1"/>
    <dgm:cxn modelId="{3E730720-A5A1-4ACC-80E1-7019420045DB}" type="presParOf" srcId="{122DBCBC-B5F5-469D-BDAB-4C92C5484ED7}" destId="{44B46C4D-3696-45FF-AC2F-A2C0E9A0BDF9}" srcOrd="2" destOrd="0" presId="urn:microsoft.com/office/officeart/2005/8/layout/hierarchy1"/>
    <dgm:cxn modelId="{17C4F3A5-E302-45AC-BAFD-22CA88BAFE98}" type="presParOf" srcId="{44B46C4D-3696-45FF-AC2F-A2C0E9A0BDF9}" destId="{BDC71FA8-4AAB-457A-8C99-8523930F4F37}" srcOrd="0" destOrd="0" presId="urn:microsoft.com/office/officeart/2005/8/layout/hierarchy1"/>
    <dgm:cxn modelId="{18758436-0495-4CB5-88C1-CFA91F45E242}" type="presParOf" srcId="{BDC71FA8-4AAB-457A-8C99-8523930F4F37}" destId="{AD73C5A3-37DB-4B31-B85E-1927141FAE06}" srcOrd="0" destOrd="0" presId="urn:microsoft.com/office/officeart/2005/8/layout/hierarchy1"/>
    <dgm:cxn modelId="{2D2D6EDD-6241-4202-9BE6-5F9E8A23EC06}" type="presParOf" srcId="{BDC71FA8-4AAB-457A-8C99-8523930F4F37}" destId="{DA243C90-7A93-49A8-AA97-80FF7B82F558}" srcOrd="1" destOrd="0" presId="urn:microsoft.com/office/officeart/2005/8/layout/hierarchy1"/>
    <dgm:cxn modelId="{02BD93DB-1128-4033-AF1E-8BDBC9894B8D}" type="presParOf" srcId="{44B46C4D-3696-45FF-AC2F-A2C0E9A0BDF9}" destId="{DACFB98B-A738-4E33-BA43-10C85E444A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5B97373-4FA5-4657-8DB0-348B133C084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2D563A-464A-4309-83BA-D6BE19F3A147}">
      <dgm:prSet/>
      <dgm:spPr/>
      <dgm:t>
        <a:bodyPr/>
        <a:lstStyle/>
        <a:p>
          <a:r>
            <a:rPr lang="en-US"/>
            <a:t>Maksutavat: verkkopankki, luottokortti, MobilePay, PayPal</a:t>
          </a:r>
        </a:p>
      </dgm:t>
    </dgm:pt>
    <dgm:pt modelId="{2CE211B2-E485-437F-AFDB-E2E7BB7A978F}" type="parTrans" cxnId="{901BE546-963B-4C46-A549-D6D5ACC74965}">
      <dgm:prSet/>
      <dgm:spPr/>
      <dgm:t>
        <a:bodyPr/>
        <a:lstStyle/>
        <a:p>
          <a:endParaRPr lang="en-US"/>
        </a:p>
      </dgm:t>
    </dgm:pt>
    <dgm:pt modelId="{8337F2E4-C025-4AD2-A114-C967A8B71DDE}" type="sibTrans" cxnId="{901BE546-963B-4C46-A549-D6D5ACC74965}">
      <dgm:prSet/>
      <dgm:spPr/>
      <dgm:t>
        <a:bodyPr/>
        <a:lstStyle/>
        <a:p>
          <a:endParaRPr lang="en-US"/>
        </a:p>
      </dgm:t>
    </dgm:pt>
    <dgm:pt modelId="{1B962A03-B9A8-450C-BE0E-79EDEC3D59FA}">
      <dgm:prSet/>
      <dgm:spPr/>
      <dgm:t>
        <a:bodyPr/>
        <a:lstStyle/>
        <a:p>
          <a:r>
            <a:rPr lang="en-US"/>
            <a:t>Luottokortti on nopea mutta riskialtis, etenkin tuntemattomilla sivuilla</a:t>
          </a:r>
        </a:p>
      </dgm:t>
    </dgm:pt>
    <dgm:pt modelId="{0556DC91-980B-4926-9784-1EBBD48BD408}" type="parTrans" cxnId="{E8325175-65A9-4C44-81E2-6AC67216FEBC}">
      <dgm:prSet/>
      <dgm:spPr/>
      <dgm:t>
        <a:bodyPr/>
        <a:lstStyle/>
        <a:p>
          <a:endParaRPr lang="en-US"/>
        </a:p>
      </dgm:t>
    </dgm:pt>
    <dgm:pt modelId="{7BDC9310-D8D2-4D2F-B500-4EBF2BAD2705}" type="sibTrans" cxnId="{E8325175-65A9-4C44-81E2-6AC67216FEBC}">
      <dgm:prSet/>
      <dgm:spPr/>
      <dgm:t>
        <a:bodyPr/>
        <a:lstStyle/>
        <a:p>
          <a:endParaRPr lang="en-US"/>
        </a:p>
      </dgm:t>
    </dgm:pt>
    <dgm:pt modelId="{EAB75F8F-061C-4925-94BB-8AF8F2F1E266}">
      <dgm:prSet/>
      <dgm:spPr/>
      <dgm:t>
        <a:bodyPr/>
        <a:lstStyle/>
        <a:p>
          <a:r>
            <a:rPr lang="en-US"/>
            <a:t>Virtuaalikortit tai maksunvälittäjät suojaavat tietojasi paremmin</a:t>
          </a:r>
        </a:p>
      </dgm:t>
    </dgm:pt>
    <dgm:pt modelId="{31D09AEA-745E-43EC-8E80-284B21D29A91}" type="parTrans" cxnId="{E3E62843-9888-4787-A933-AA3F37516C1F}">
      <dgm:prSet/>
      <dgm:spPr/>
      <dgm:t>
        <a:bodyPr/>
        <a:lstStyle/>
        <a:p>
          <a:endParaRPr lang="en-US"/>
        </a:p>
      </dgm:t>
    </dgm:pt>
    <dgm:pt modelId="{204E29C8-99B0-4D47-964C-C30106FB0994}" type="sibTrans" cxnId="{E3E62843-9888-4787-A933-AA3F37516C1F}">
      <dgm:prSet/>
      <dgm:spPr/>
      <dgm:t>
        <a:bodyPr/>
        <a:lstStyle/>
        <a:p>
          <a:endParaRPr lang="en-US"/>
        </a:p>
      </dgm:t>
    </dgm:pt>
    <dgm:pt modelId="{097CD1DE-A726-4A49-8FB7-FEE012657A5E}" type="pres">
      <dgm:prSet presAssocID="{95B97373-4FA5-4657-8DB0-348B133C08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3C7185-9E18-40FB-98A6-46B27032370E}" type="pres">
      <dgm:prSet presAssocID="{042D563A-464A-4309-83BA-D6BE19F3A147}" presName="hierRoot1" presStyleCnt="0"/>
      <dgm:spPr/>
    </dgm:pt>
    <dgm:pt modelId="{359EFE13-54BE-428B-BFEB-E792904D7BAD}" type="pres">
      <dgm:prSet presAssocID="{042D563A-464A-4309-83BA-D6BE19F3A147}" presName="composite" presStyleCnt="0"/>
      <dgm:spPr/>
    </dgm:pt>
    <dgm:pt modelId="{C140AA6F-C3FF-471B-A846-6DD71D43FEB5}" type="pres">
      <dgm:prSet presAssocID="{042D563A-464A-4309-83BA-D6BE19F3A147}" presName="background" presStyleLbl="node0" presStyleIdx="0" presStyleCnt="3"/>
      <dgm:spPr/>
    </dgm:pt>
    <dgm:pt modelId="{B7623934-573F-4538-ADE4-8ECD94FAE519}" type="pres">
      <dgm:prSet presAssocID="{042D563A-464A-4309-83BA-D6BE19F3A147}" presName="text" presStyleLbl="fgAcc0" presStyleIdx="0" presStyleCnt="3">
        <dgm:presLayoutVars>
          <dgm:chPref val="3"/>
        </dgm:presLayoutVars>
      </dgm:prSet>
      <dgm:spPr/>
    </dgm:pt>
    <dgm:pt modelId="{264225C1-D0CC-43FD-8D73-ACFA478D1FDE}" type="pres">
      <dgm:prSet presAssocID="{042D563A-464A-4309-83BA-D6BE19F3A147}" presName="hierChild2" presStyleCnt="0"/>
      <dgm:spPr/>
    </dgm:pt>
    <dgm:pt modelId="{3B3F552C-E86B-47E4-B06D-AB64CA3B2B18}" type="pres">
      <dgm:prSet presAssocID="{1B962A03-B9A8-450C-BE0E-79EDEC3D59FA}" presName="hierRoot1" presStyleCnt="0"/>
      <dgm:spPr/>
    </dgm:pt>
    <dgm:pt modelId="{C4646159-9B84-4E6A-89C5-6488C6CECF14}" type="pres">
      <dgm:prSet presAssocID="{1B962A03-B9A8-450C-BE0E-79EDEC3D59FA}" presName="composite" presStyleCnt="0"/>
      <dgm:spPr/>
    </dgm:pt>
    <dgm:pt modelId="{DE278561-040E-415D-8777-C50BBC421A5F}" type="pres">
      <dgm:prSet presAssocID="{1B962A03-B9A8-450C-BE0E-79EDEC3D59FA}" presName="background" presStyleLbl="node0" presStyleIdx="1" presStyleCnt="3"/>
      <dgm:spPr/>
    </dgm:pt>
    <dgm:pt modelId="{C3DF611C-703A-4E9E-8B4A-FC2EB1C180C0}" type="pres">
      <dgm:prSet presAssocID="{1B962A03-B9A8-450C-BE0E-79EDEC3D59FA}" presName="text" presStyleLbl="fgAcc0" presStyleIdx="1" presStyleCnt="3">
        <dgm:presLayoutVars>
          <dgm:chPref val="3"/>
        </dgm:presLayoutVars>
      </dgm:prSet>
      <dgm:spPr/>
    </dgm:pt>
    <dgm:pt modelId="{EFC5B9EB-9847-46A7-9F21-09DF34798165}" type="pres">
      <dgm:prSet presAssocID="{1B962A03-B9A8-450C-BE0E-79EDEC3D59FA}" presName="hierChild2" presStyleCnt="0"/>
      <dgm:spPr/>
    </dgm:pt>
    <dgm:pt modelId="{B7A85B24-4AB9-434A-AE1D-70E26F37B419}" type="pres">
      <dgm:prSet presAssocID="{EAB75F8F-061C-4925-94BB-8AF8F2F1E266}" presName="hierRoot1" presStyleCnt="0"/>
      <dgm:spPr/>
    </dgm:pt>
    <dgm:pt modelId="{53561197-8A7B-4A68-A972-88D5AC97DD70}" type="pres">
      <dgm:prSet presAssocID="{EAB75F8F-061C-4925-94BB-8AF8F2F1E266}" presName="composite" presStyleCnt="0"/>
      <dgm:spPr/>
    </dgm:pt>
    <dgm:pt modelId="{A2C09FFE-D5D8-4955-8800-A097B25AABEB}" type="pres">
      <dgm:prSet presAssocID="{EAB75F8F-061C-4925-94BB-8AF8F2F1E266}" presName="background" presStyleLbl="node0" presStyleIdx="2" presStyleCnt="3"/>
      <dgm:spPr/>
    </dgm:pt>
    <dgm:pt modelId="{CF1A7621-846B-4BC6-8296-0BA4867A7A2D}" type="pres">
      <dgm:prSet presAssocID="{EAB75F8F-061C-4925-94BB-8AF8F2F1E266}" presName="text" presStyleLbl="fgAcc0" presStyleIdx="2" presStyleCnt="3">
        <dgm:presLayoutVars>
          <dgm:chPref val="3"/>
        </dgm:presLayoutVars>
      </dgm:prSet>
      <dgm:spPr/>
    </dgm:pt>
    <dgm:pt modelId="{01A4EB50-1C15-4BC4-9600-165605C00BB4}" type="pres">
      <dgm:prSet presAssocID="{EAB75F8F-061C-4925-94BB-8AF8F2F1E266}" presName="hierChild2" presStyleCnt="0"/>
      <dgm:spPr/>
    </dgm:pt>
  </dgm:ptLst>
  <dgm:cxnLst>
    <dgm:cxn modelId="{0A854701-5264-45CE-9EC7-16AA80D72563}" type="presOf" srcId="{1B962A03-B9A8-450C-BE0E-79EDEC3D59FA}" destId="{C3DF611C-703A-4E9E-8B4A-FC2EB1C180C0}" srcOrd="0" destOrd="0" presId="urn:microsoft.com/office/officeart/2005/8/layout/hierarchy1"/>
    <dgm:cxn modelId="{67E2B75B-47EA-4EF9-9575-19434445DD32}" type="presOf" srcId="{042D563A-464A-4309-83BA-D6BE19F3A147}" destId="{B7623934-573F-4538-ADE4-8ECD94FAE519}" srcOrd="0" destOrd="0" presId="urn:microsoft.com/office/officeart/2005/8/layout/hierarchy1"/>
    <dgm:cxn modelId="{E3E62843-9888-4787-A933-AA3F37516C1F}" srcId="{95B97373-4FA5-4657-8DB0-348B133C084B}" destId="{EAB75F8F-061C-4925-94BB-8AF8F2F1E266}" srcOrd="2" destOrd="0" parTransId="{31D09AEA-745E-43EC-8E80-284B21D29A91}" sibTransId="{204E29C8-99B0-4D47-964C-C30106FB0994}"/>
    <dgm:cxn modelId="{901BE546-963B-4C46-A549-D6D5ACC74965}" srcId="{95B97373-4FA5-4657-8DB0-348B133C084B}" destId="{042D563A-464A-4309-83BA-D6BE19F3A147}" srcOrd="0" destOrd="0" parTransId="{2CE211B2-E485-437F-AFDB-E2E7BB7A978F}" sibTransId="{8337F2E4-C025-4AD2-A114-C967A8B71DDE}"/>
    <dgm:cxn modelId="{E8325175-65A9-4C44-81E2-6AC67216FEBC}" srcId="{95B97373-4FA5-4657-8DB0-348B133C084B}" destId="{1B962A03-B9A8-450C-BE0E-79EDEC3D59FA}" srcOrd="1" destOrd="0" parTransId="{0556DC91-980B-4926-9784-1EBBD48BD408}" sibTransId="{7BDC9310-D8D2-4D2F-B500-4EBF2BAD2705}"/>
    <dgm:cxn modelId="{E0D9987C-C05A-41DC-AE85-E0F4522FBA06}" type="presOf" srcId="{95B97373-4FA5-4657-8DB0-348B133C084B}" destId="{097CD1DE-A726-4A49-8FB7-FEE012657A5E}" srcOrd="0" destOrd="0" presId="urn:microsoft.com/office/officeart/2005/8/layout/hierarchy1"/>
    <dgm:cxn modelId="{AC01C0BD-2E4A-4D16-A7D6-54F9D3136004}" type="presOf" srcId="{EAB75F8F-061C-4925-94BB-8AF8F2F1E266}" destId="{CF1A7621-846B-4BC6-8296-0BA4867A7A2D}" srcOrd="0" destOrd="0" presId="urn:microsoft.com/office/officeart/2005/8/layout/hierarchy1"/>
    <dgm:cxn modelId="{ED753AAD-B3D7-46F4-A01E-147C0841505D}" type="presParOf" srcId="{097CD1DE-A726-4A49-8FB7-FEE012657A5E}" destId="{413C7185-9E18-40FB-98A6-46B27032370E}" srcOrd="0" destOrd="0" presId="urn:microsoft.com/office/officeart/2005/8/layout/hierarchy1"/>
    <dgm:cxn modelId="{370EE306-26A8-4AD0-B0EA-C581873B44F4}" type="presParOf" srcId="{413C7185-9E18-40FB-98A6-46B27032370E}" destId="{359EFE13-54BE-428B-BFEB-E792904D7BAD}" srcOrd="0" destOrd="0" presId="urn:microsoft.com/office/officeart/2005/8/layout/hierarchy1"/>
    <dgm:cxn modelId="{201BC750-FFB3-4120-95C8-26E5500EAC28}" type="presParOf" srcId="{359EFE13-54BE-428B-BFEB-E792904D7BAD}" destId="{C140AA6F-C3FF-471B-A846-6DD71D43FEB5}" srcOrd="0" destOrd="0" presId="urn:microsoft.com/office/officeart/2005/8/layout/hierarchy1"/>
    <dgm:cxn modelId="{26476CF4-5624-4247-9E17-CEF91B9BCD0D}" type="presParOf" srcId="{359EFE13-54BE-428B-BFEB-E792904D7BAD}" destId="{B7623934-573F-4538-ADE4-8ECD94FAE519}" srcOrd="1" destOrd="0" presId="urn:microsoft.com/office/officeart/2005/8/layout/hierarchy1"/>
    <dgm:cxn modelId="{423D4EEE-638A-43BB-B0B8-06573E75ADAD}" type="presParOf" srcId="{413C7185-9E18-40FB-98A6-46B27032370E}" destId="{264225C1-D0CC-43FD-8D73-ACFA478D1FDE}" srcOrd="1" destOrd="0" presId="urn:microsoft.com/office/officeart/2005/8/layout/hierarchy1"/>
    <dgm:cxn modelId="{0AFFD5F4-F4C5-4B05-B8E8-7A4CD4EB952E}" type="presParOf" srcId="{097CD1DE-A726-4A49-8FB7-FEE012657A5E}" destId="{3B3F552C-E86B-47E4-B06D-AB64CA3B2B18}" srcOrd="1" destOrd="0" presId="urn:microsoft.com/office/officeart/2005/8/layout/hierarchy1"/>
    <dgm:cxn modelId="{2EC47F14-859A-43BE-8688-027E582782EC}" type="presParOf" srcId="{3B3F552C-E86B-47E4-B06D-AB64CA3B2B18}" destId="{C4646159-9B84-4E6A-89C5-6488C6CECF14}" srcOrd="0" destOrd="0" presId="urn:microsoft.com/office/officeart/2005/8/layout/hierarchy1"/>
    <dgm:cxn modelId="{5E26B5D6-C12F-4E69-9A86-373F355708E3}" type="presParOf" srcId="{C4646159-9B84-4E6A-89C5-6488C6CECF14}" destId="{DE278561-040E-415D-8777-C50BBC421A5F}" srcOrd="0" destOrd="0" presId="urn:microsoft.com/office/officeart/2005/8/layout/hierarchy1"/>
    <dgm:cxn modelId="{5EDD0C64-037A-4124-97B4-FE962DC8FA39}" type="presParOf" srcId="{C4646159-9B84-4E6A-89C5-6488C6CECF14}" destId="{C3DF611C-703A-4E9E-8B4A-FC2EB1C180C0}" srcOrd="1" destOrd="0" presId="urn:microsoft.com/office/officeart/2005/8/layout/hierarchy1"/>
    <dgm:cxn modelId="{70520D80-EC31-4044-AED8-490BB7FE59EF}" type="presParOf" srcId="{3B3F552C-E86B-47E4-B06D-AB64CA3B2B18}" destId="{EFC5B9EB-9847-46A7-9F21-09DF34798165}" srcOrd="1" destOrd="0" presId="urn:microsoft.com/office/officeart/2005/8/layout/hierarchy1"/>
    <dgm:cxn modelId="{6DBEE871-5626-4F29-B9AC-E4637F2DE95F}" type="presParOf" srcId="{097CD1DE-A726-4A49-8FB7-FEE012657A5E}" destId="{B7A85B24-4AB9-434A-AE1D-70E26F37B419}" srcOrd="2" destOrd="0" presId="urn:microsoft.com/office/officeart/2005/8/layout/hierarchy1"/>
    <dgm:cxn modelId="{34EFC09C-3705-40A1-B6CF-2B06443E04BE}" type="presParOf" srcId="{B7A85B24-4AB9-434A-AE1D-70E26F37B419}" destId="{53561197-8A7B-4A68-A972-88D5AC97DD70}" srcOrd="0" destOrd="0" presId="urn:microsoft.com/office/officeart/2005/8/layout/hierarchy1"/>
    <dgm:cxn modelId="{BF55DC55-3A29-4A13-8295-998E8CF840F1}" type="presParOf" srcId="{53561197-8A7B-4A68-A972-88D5AC97DD70}" destId="{A2C09FFE-D5D8-4955-8800-A097B25AABEB}" srcOrd="0" destOrd="0" presId="urn:microsoft.com/office/officeart/2005/8/layout/hierarchy1"/>
    <dgm:cxn modelId="{AF2D8E10-E8F6-4E89-8E9D-DBF73338D023}" type="presParOf" srcId="{53561197-8A7B-4A68-A972-88D5AC97DD70}" destId="{CF1A7621-846B-4BC6-8296-0BA4867A7A2D}" srcOrd="1" destOrd="0" presId="urn:microsoft.com/office/officeart/2005/8/layout/hierarchy1"/>
    <dgm:cxn modelId="{62951F60-90CC-47F7-A3B1-03C4FE8F48D8}" type="presParOf" srcId="{B7A85B24-4AB9-434A-AE1D-70E26F37B419}" destId="{01A4EB50-1C15-4BC4-9600-165605C00B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E1E4899-720F-49FD-9CFB-BAB922129B1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6A84D9-91CC-4620-BEC6-A561EC0AD9B1}">
      <dgm:prSet/>
      <dgm:spPr/>
      <dgm:t>
        <a:bodyPr/>
        <a:lstStyle/>
        <a:p>
          <a:r>
            <a:rPr lang="en-US"/>
            <a:t>Tietoturva ei ole vain ohjelmisto – se on toimintatapa</a:t>
          </a:r>
        </a:p>
      </dgm:t>
    </dgm:pt>
    <dgm:pt modelId="{FA972D2D-C32E-4B79-94D8-1A15CE94C18C}" type="parTrans" cxnId="{A9636CD4-7C1E-43D0-9BB2-62EC92D1A0DA}">
      <dgm:prSet/>
      <dgm:spPr/>
      <dgm:t>
        <a:bodyPr/>
        <a:lstStyle/>
        <a:p>
          <a:endParaRPr lang="en-US"/>
        </a:p>
      </dgm:t>
    </dgm:pt>
    <dgm:pt modelId="{C937BF78-6DA0-4A54-A88B-0268DCF52820}" type="sibTrans" cxnId="{A9636CD4-7C1E-43D0-9BB2-62EC92D1A0DA}">
      <dgm:prSet/>
      <dgm:spPr/>
      <dgm:t>
        <a:bodyPr/>
        <a:lstStyle/>
        <a:p>
          <a:endParaRPr lang="en-US"/>
        </a:p>
      </dgm:t>
    </dgm:pt>
    <dgm:pt modelId="{7F05FB59-B3B3-47BF-A1DB-D2E797AA4A63}">
      <dgm:prSet/>
      <dgm:spPr/>
      <dgm:t>
        <a:bodyPr/>
        <a:lstStyle/>
        <a:p>
          <a:r>
            <a:rPr lang="en-US"/>
            <a:t>Ole tietoinen, valpas ja suojattu</a:t>
          </a:r>
        </a:p>
      </dgm:t>
    </dgm:pt>
    <dgm:pt modelId="{83BCE5CC-E9CC-402F-B56A-25934B0DA731}" type="parTrans" cxnId="{563CB5E5-CBC3-4A65-9E0B-7833220F45F5}">
      <dgm:prSet/>
      <dgm:spPr/>
      <dgm:t>
        <a:bodyPr/>
        <a:lstStyle/>
        <a:p>
          <a:endParaRPr lang="en-US"/>
        </a:p>
      </dgm:t>
    </dgm:pt>
    <dgm:pt modelId="{E1AB90A3-C715-4CE8-8651-E82716015AAD}" type="sibTrans" cxnId="{563CB5E5-CBC3-4A65-9E0B-7833220F45F5}">
      <dgm:prSet/>
      <dgm:spPr/>
      <dgm:t>
        <a:bodyPr/>
        <a:lstStyle/>
        <a:p>
          <a:endParaRPr lang="en-US"/>
        </a:p>
      </dgm:t>
    </dgm:pt>
    <dgm:pt modelId="{F3AE30D8-2C86-4F49-9A43-AF0D89017859}">
      <dgm:prSet/>
      <dgm:spPr/>
      <dgm:t>
        <a:bodyPr/>
        <a:lstStyle/>
        <a:p>
          <a:r>
            <a:rPr lang="en-US"/>
            <a:t>Päivitä, varmuuskopioi ja käytä harkintaa verkossa</a:t>
          </a:r>
        </a:p>
      </dgm:t>
    </dgm:pt>
    <dgm:pt modelId="{F6E2D516-D0F9-4E59-A4F8-B311998B20B0}" type="parTrans" cxnId="{8C00BA6C-111A-4FBC-A1BC-5D4C15C18744}">
      <dgm:prSet/>
      <dgm:spPr/>
      <dgm:t>
        <a:bodyPr/>
        <a:lstStyle/>
        <a:p>
          <a:endParaRPr lang="en-US"/>
        </a:p>
      </dgm:t>
    </dgm:pt>
    <dgm:pt modelId="{4945B8E3-052E-424A-80DD-21D26BC10504}" type="sibTrans" cxnId="{8C00BA6C-111A-4FBC-A1BC-5D4C15C18744}">
      <dgm:prSet/>
      <dgm:spPr/>
      <dgm:t>
        <a:bodyPr/>
        <a:lstStyle/>
        <a:p>
          <a:endParaRPr lang="en-US"/>
        </a:p>
      </dgm:t>
    </dgm:pt>
    <dgm:pt modelId="{8A9EB174-B257-4340-BF97-A27A29D135CD}" type="pres">
      <dgm:prSet presAssocID="{FE1E4899-720F-49FD-9CFB-BAB922129B16}" presName="linear" presStyleCnt="0">
        <dgm:presLayoutVars>
          <dgm:animLvl val="lvl"/>
          <dgm:resizeHandles val="exact"/>
        </dgm:presLayoutVars>
      </dgm:prSet>
      <dgm:spPr/>
    </dgm:pt>
    <dgm:pt modelId="{ED5D3E3A-66A7-408B-B8EF-8D0D73F8D871}" type="pres">
      <dgm:prSet presAssocID="{4E6A84D9-91CC-4620-BEC6-A561EC0AD9B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6A2120-0ED9-4C13-8822-1FF2F21B69D4}" type="pres">
      <dgm:prSet presAssocID="{C937BF78-6DA0-4A54-A88B-0268DCF52820}" presName="spacer" presStyleCnt="0"/>
      <dgm:spPr/>
    </dgm:pt>
    <dgm:pt modelId="{25A017D2-F3C7-428A-A985-C8041200CAEA}" type="pres">
      <dgm:prSet presAssocID="{7F05FB59-B3B3-47BF-A1DB-D2E797AA4A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207A3E-F9CE-4E81-9369-C729CD28BADD}" type="pres">
      <dgm:prSet presAssocID="{E1AB90A3-C715-4CE8-8651-E82716015AAD}" presName="spacer" presStyleCnt="0"/>
      <dgm:spPr/>
    </dgm:pt>
    <dgm:pt modelId="{6F2BB6E1-EF57-4077-BE25-4C6B1833E282}" type="pres">
      <dgm:prSet presAssocID="{F3AE30D8-2C86-4F49-9A43-AF0D890178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C00BA6C-111A-4FBC-A1BC-5D4C15C18744}" srcId="{FE1E4899-720F-49FD-9CFB-BAB922129B16}" destId="{F3AE30D8-2C86-4F49-9A43-AF0D89017859}" srcOrd="2" destOrd="0" parTransId="{F6E2D516-D0F9-4E59-A4F8-B311998B20B0}" sibTransId="{4945B8E3-052E-424A-80DD-21D26BC10504}"/>
    <dgm:cxn modelId="{69993699-26A5-4B05-BB83-B29D4A535FA3}" type="presOf" srcId="{7F05FB59-B3B3-47BF-A1DB-D2E797AA4A63}" destId="{25A017D2-F3C7-428A-A985-C8041200CAEA}" srcOrd="0" destOrd="0" presId="urn:microsoft.com/office/officeart/2005/8/layout/vList2"/>
    <dgm:cxn modelId="{4BEB229E-0296-4F9A-98D5-8BA7E03BC846}" type="presOf" srcId="{F3AE30D8-2C86-4F49-9A43-AF0D89017859}" destId="{6F2BB6E1-EF57-4077-BE25-4C6B1833E282}" srcOrd="0" destOrd="0" presId="urn:microsoft.com/office/officeart/2005/8/layout/vList2"/>
    <dgm:cxn modelId="{2E316EBA-A8AD-41E4-ABB3-3B3CDFA950FE}" type="presOf" srcId="{4E6A84D9-91CC-4620-BEC6-A561EC0AD9B1}" destId="{ED5D3E3A-66A7-408B-B8EF-8D0D73F8D871}" srcOrd="0" destOrd="0" presId="urn:microsoft.com/office/officeart/2005/8/layout/vList2"/>
    <dgm:cxn modelId="{A9636CD4-7C1E-43D0-9BB2-62EC92D1A0DA}" srcId="{FE1E4899-720F-49FD-9CFB-BAB922129B16}" destId="{4E6A84D9-91CC-4620-BEC6-A561EC0AD9B1}" srcOrd="0" destOrd="0" parTransId="{FA972D2D-C32E-4B79-94D8-1A15CE94C18C}" sibTransId="{C937BF78-6DA0-4A54-A88B-0268DCF52820}"/>
    <dgm:cxn modelId="{563CB5E5-CBC3-4A65-9E0B-7833220F45F5}" srcId="{FE1E4899-720F-49FD-9CFB-BAB922129B16}" destId="{7F05FB59-B3B3-47BF-A1DB-D2E797AA4A63}" srcOrd="1" destOrd="0" parTransId="{83BCE5CC-E9CC-402F-B56A-25934B0DA731}" sibTransId="{E1AB90A3-C715-4CE8-8651-E82716015AAD}"/>
    <dgm:cxn modelId="{9B4624F3-FD3D-43BE-BD9C-797F8D76E502}" type="presOf" srcId="{FE1E4899-720F-49FD-9CFB-BAB922129B16}" destId="{8A9EB174-B257-4340-BF97-A27A29D135CD}" srcOrd="0" destOrd="0" presId="urn:microsoft.com/office/officeart/2005/8/layout/vList2"/>
    <dgm:cxn modelId="{F0E4409F-61E7-47AC-BE3C-6F6C7B41C141}" type="presParOf" srcId="{8A9EB174-B257-4340-BF97-A27A29D135CD}" destId="{ED5D3E3A-66A7-408B-B8EF-8D0D73F8D871}" srcOrd="0" destOrd="0" presId="urn:microsoft.com/office/officeart/2005/8/layout/vList2"/>
    <dgm:cxn modelId="{047F5C22-BD22-4B83-9291-C8EC03AE7452}" type="presParOf" srcId="{8A9EB174-B257-4340-BF97-A27A29D135CD}" destId="{BA6A2120-0ED9-4C13-8822-1FF2F21B69D4}" srcOrd="1" destOrd="0" presId="urn:microsoft.com/office/officeart/2005/8/layout/vList2"/>
    <dgm:cxn modelId="{7EF14A97-BB48-4B6F-9103-0C9B55E96318}" type="presParOf" srcId="{8A9EB174-B257-4340-BF97-A27A29D135CD}" destId="{25A017D2-F3C7-428A-A985-C8041200CAEA}" srcOrd="2" destOrd="0" presId="urn:microsoft.com/office/officeart/2005/8/layout/vList2"/>
    <dgm:cxn modelId="{F105DE53-28CB-4A43-8652-33C7FDC662DB}" type="presParOf" srcId="{8A9EB174-B257-4340-BF97-A27A29D135CD}" destId="{4F207A3E-F9CE-4E81-9369-C729CD28BADD}" srcOrd="3" destOrd="0" presId="urn:microsoft.com/office/officeart/2005/8/layout/vList2"/>
    <dgm:cxn modelId="{52B628C4-F61C-41A8-B681-A4497CD6152B}" type="presParOf" srcId="{8A9EB174-B257-4340-BF97-A27A29D135CD}" destId="{6F2BB6E1-EF57-4077-BE25-4C6B1833E28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1AF0D-64F7-4B33-8FF7-853EC4474662}">
      <dsp:nvSpPr>
        <dsp:cNvPr id="0" name=""/>
        <dsp:cNvSpPr/>
      </dsp:nvSpPr>
      <dsp:spPr>
        <a:xfrm>
          <a:off x="0" y="96709"/>
          <a:ext cx="5000124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Selaimeen kirjoitetaan esim. 'http://www.bc.fi'</a:t>
          </a:r>
        </a:p>
      </dsp:txBody>
      <dsp:txXfrm>
        <a:off x="48547" y="145256"/>
        <a:ext cx="4903030" cy="897406"/>
      </dsp:txXfrm>
    </dsp:sp>
    <dsp:sp modelId="{86F66DB3-5414-4217-B2EB-71F0DEB36E5B}">
      <dsp:nvSpPr>
        <dsp:cNvPr id="0" name=""/>
        <dsp:cNvSpPr/>
      </dsp:nvSpPr>
      <dsp:spPr>
        <a:xfrm>
          <a:off x="0" y="1163209"/>
          <a:ext cx="5000124" cy="9945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DNS-palvelin käännetään verkkotunnus IP-osoitteeksi</a:t>
          </a:r>
        </a:p>
      </dsp:txBody>
      <dsp:txXfrm>
        <a:off x="48547" y="1211756"/>
        <a:ext cx="4903030" cy="897406"/>
      </dsp:txXfrm>
    </dsp:sp>
    <dsp:sp modelId="{701BBBA4-8D47-4FE2-9E82-E06DBB93EB77}">
      <dsp:nvSpPr>
        <dsp:cNvPr id="0" name=""/>
        <dsp:cNvSpPr/>
      </dsp:nvSpPr>
      <dsp:spPr>
        <a:xfrm>
          <a:off x="0" y="2229710"/>
          <a:ext cx="5000124" cy="9945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Selain muodostaa TCP-yhteyden palvelimeen</a:t>
          </a:r>
        </a:p>
      </dsp:txBody>
      <dsp:txXfrm>
        <a:off x="48547" y="2278257"/>
        <a:ext cx="4903030" cy="897406"/>
      </dsp:txXfrm>
    </dsp:sp>
    <dsp:sp modelId="{31811521-D94C-4D6A-A853-2E1659888B1C}">
      <dsp:nvSpPr>
        <dsp:cNvPr id="0" name=""/>
        <dsp:cNvSpPr/>
      </dsp:nvSpPr>
      <dsp:spPr>
        <a:xfrm>
          <a:off x="0" y="32962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HTTP-pyyntö lähetetään verkkosivun hakemiseksi</a:t>
          </a:r>
        </a:p>
      </dsp:txBody>
      <dsp:txXfrm>
        <a:off x="48547" y="3344757"/>
        <a:ext cx="4903030" cy="897406"/>
      </dsp:txXfrm>
    </dsp:sp>
    <dsp:sp modelId="{3891FA32-55FA-47E0-975B-3361AC891A1D}">
      <dsp:nvSpPr>
        <dsp:cNvPr id="0" name=""/>
        <dsp:cNvSpPr/>
      </dsp:nvSpPr>
      <dsp:spPr>
        <a:xfrm>
          <a:off x="0" y="4362710"/>
          <a:ext cx="5000124" cy="9945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5. Palvelin vastaa ja selain näyttää sivun sisällön</a:t>
          </a:r>
        </a:p>
      </dsp:txBody>
      <dsp:txXfrm>
        <a:off x="48547" y="4411257"/>
        <a:ext cx="4903030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3DC66-78E2-4D3E-B699-6C959F2B92FB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438C4-A009-402D-8271-ABA3D86702A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Ohjelmistotaso: virustorjunta, palomuurit, käyttöoikeudet, salaukset</a:t>
          </a:r>
        </a:p>
      </dsp:txBody>
      <dsp:txXfrm>
        <a:off x="298991" y="1277365"/>
        <a:ext cx="2219346" cy="1377989"/>
      </dsp:txXfrm>
    </dsp:sp>
    <dsp:sp modelId="{E7248A48-C78F-4C5B-A687-5C1A5580870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DB72A-705B-491C-B36F-6B26C1EB938C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Laitetaso: fyysinen suojaus, varmuuskopiot, BIOS/UEFI</a:t>
          </a:r>
        </a:p>
      </dsp:txBody>
      <dsp:txXfrm>
        <a:off x="3116322" y="1277365"/>
        <a:ext cx="2219346" cy="1377989"/>
      </dsp:txXfrm>
    </dsp:sp>
    <dsp:sp modelId="{5BC88E79-CB94-4A01-A37E-044330E59045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86DAB-E33E-486C-B439-9A7A3693417B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Organisatoriset toimet: salasanapolitiikat, koulutus, käyttövalvonta</a:t>
          </a:r>
        </a:p>
      </dsp:txBody>
      <dsp:txXfrm>
        <a:off x="5933653" y="1277365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A4125-C1B3-48A4-9EE2-43025BA6F7F2}">
      <dsp:nvSpPr>
        <dsp:cNvPr id="0" name=""/>
        <dsp:cNvSpPr/>
      </dsp:nvSpPr>
      <dsp:spPr>
        <a:xfrm>
          <a:off x="1118728" y="431"/>
          <a:ext cx="2837340" cy="17024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Pelaajat poistavat usein virustorjunnan parantaakseen suorituskykyä</a:t>
          </a:r>
        </a:p>
      </dsp:txBody>
      <dsp:txXfrm>
        <a:off x="1118728" y="431"/>
        <a:ext cx="2837340" cy="1702404"/>
      </dsp:txXfrm>
    </dsp:sp>
    <dsp:sp modelId="{187F2C46-8F97-4C5F-82C4-D80218E09B11}">
      <dsp:nvSpPr>
        <dsp:cNvPr id="0" name=""/>
        <dsp:cNvSpPr/>
      </dsp:nvSpPr>
      <dsp:spPr>
        <a:xfrm>
          <a:off x="4239802" y="431"/>
          <a:ext cx="2837340" cy="17024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Tämä voi altistaa laitteen haittaohjelmille ja hyökkäyksille</a:t>
          </a:r>
        </a:p>
      </dsp:txBody>
      <dsp:txXfrm>
        <a:off x="4239802" y="431"/>
        <a:ext cx="2837340" cy="1702404"/>
      </dsp:txXfrm>
    </dsp:sp>
    <dsp:sp modelId="{8A54F9D0-1ECA-49B1-B645-0A9BD1AF3746}">
      <dsp:nvSpPr>
        <dsp:cNvPr id="0" name=""/>
        <dsp:cNvSpPr/>
      </dsp:nvSpPr>
      <dsp:spPr>
        <a:xfrm>
          <a:off x="2679265" y="1986569"/>
          <a:ext cx="2837340" cy="17024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Usein virustorjunnassa on pelitila, joka säilyttää suojan ilman häiriöitä</a:t>
          </a:r>
        </a:p>
      </dsp:txBody>
      <dsp:txXfrm>
        <a:off x="2679265" y="1986569"/>
        <a:ext cx="2837340" cy="17024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EF793-C5D9-40A8-8150-75B15A31997E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B3A48-7D7B-4C38-8C3C-E16E8AEAD10E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Ota käyttöön virustorjunnan pelitila (Game Mode)</a:t>
          </a:r>
        </a:p>
      </dsp:txBody>
      <dsp:txXfrm>
        <a:off x="298991" y="1277365"/>
        <a:ext cx="2219346" cy="1377989"/>
      </dsp:txXfrm>
    </dsp:sp>
    <dsp:sp modelId="{7C57DA0A-60C3-496B-B3BC-B2C71535C627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F393B-CFDD-4E64-9341-F0DB6D6B7EC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Pidä järjestelmä ja pelit ajan tasalla</a:t>
          </a:r>
        </a:p>
      </dsp:txBody>
      <dsp:txXfrm>
        <a:off x="3116322" y="1277365"/>
        <a:ext cx="2219346" cy="1377989"/>
      </dsp:txXfrm>
    </dsp:sp>
    <dsp:sp modelId="{D8B53874-0CE7-4DA5-9751-824C4CE647F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DB5E2-BE67-462D-8CC8-458175E6866C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Vältä epävirallisia pelilatauksia tai modeja</a:t>
          </a:r>
        </a:p>
      </dsp:txBody>
      <dsp:txXfrm>
        <a:off x="5933653" y="1277365"/>
        <a:ext cx="2219346" cy="1377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6A48C-E921-4CA6-8417-F016F327CBA7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660D9-268F-416C-811D-894E12D29854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Palomuuri valvoo ja säätelee sisään- ja ulosmenevää verkkoliikennettä</a:t>
          </a:r>
        </a:p>
      </dsp:txBody>
      <dsp:txXfrm>
        <a:off x="78583" y="2183504"/>
        <a:ext cx="2399612" cy="720000"/>
      </dsp:txXfrm>
    </dsp:sp>
    <dsp:sp modelId="{DAC936F2-3D64-4AA9-9A89-E62C162929E3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13805-EA1B-44E1-AB85-E40703FEE22B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Estää luvattomat yhteydet ja suojaa tietokonetta hyökkäyksiltä</a:t>
          </a:r>
        </a:p>
      </dsp:txBody>
      <dsp:txXfrm>
        <a:off x="2898129" y="2183504"/>
        <a:ext cx="2399612" cy="720000"/>
      </dsp:txXfrm>
    </dsp:sp>
    <dsp:sp modelId="{CE199D13-573D-4449-939F-06F33ACC59DD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5A312-CFAF-42BF-8EE9-B318A0C95A60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Voi olla ohjelmallinen (esim. Windows Firewall) tai laitteistopohjainen (reititin)</a:t>
          </a:r>
        </a:p>
      </dsp:txBody>
      <dsp:txXfrm>
        <a:off x="5717674" y="2183504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7AF5B-9550-49FA-92A0-99EA3A275565}">
      <dsp:nvSpPr>
        <dsp:cNvPr id="0" name=""/>
        <dsp:cNvSpPr/>
      </dsp:nvSpPr>
      <dsp:spPr>
        <a:xfrm>
          <a:off x="0" y="30752"/>
          <a:ext cx="8195871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Portit ovat numerokohtaisia 'ovia' verkkoliikenteelle (esim. portti 443 = HTTPS)</a:t>
          </a:r>
        </a:p>
      </dsp:txBody>
      <dsp:txXfrm>
        <a:off x="56315" y="87067"/>
        <a:ext cx="8083241" cy="1040990"/>
      </dsp:txXfrm>
    </dsp:sp>
    <dsp:sp modelId="{08EC2D2E-5A28-4DF1-B41C-BED5723C4646}">
      <dsp:nvSpPr>
        <dsp:cNvPr id="0" name=""/>
        <dsp:cNvSpPr/>
      </dsp:nvSpPr>
      <dsp:spPr>
        <a:xfrm>
          <a:off x="0" y="1267892"/>
          <a:ext cx="8195871" cy="11536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Palomuuri voi sallia tai estää liikenteen tiettyjen porttien kautta</a:t>
          </a:r>
        </a:p>
      </dsp:txBody>
      <dsp:txXfrm>
        <a:off x="56315" y="1324207"/>
        <a:ext cx="8083241" cy="1040990"/>
      </dsp:txXfrm>
    </dsp:sp>
    <dsp:sp modelId="{84027F6C-D765-4C6C-91FE-DD7BEA7762F8}">
      <dsp:nvSpPr>
        <dsp:cNvPr id="0" name=""/>
        <dsp:cNvSpPr/>
      </dsp:nvSpPr>
      <dsp:spPr>
        <a:xfrm>
          <a:off x="0" y="2505032"/>
          <a:ext cx="8195871" cy="11536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Oikein konfiguroitu palomuuri estää monia hyökkäyksiä</a:t>
          </a:r>
        </a:p>
      </dsp:txBody>
      <dsp:txXfrm>
        <a:off x="56315" y="2561347"/>
        <a:ext cx="8083241" cy="10409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D0BA1-6485-4F74-AC23-9F5A9BB9E6FC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7AB2D-301E-4CF8-81B3-0FFEF2A3629F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Tärkeää suojaa laiterikkoa, viruksia tai inhimillisiä virheitä vastaan</a:t>
          </a:r>
        </a:p>
      </dsp:txBody>
      <dsp:txXfrm>
        <a:off x="298991" y="1277365"/>
        <a:ext cx="2219346" cy="1377989"/>
      </dsp:txXfrm>
    </dsp:sp>
    <dsp:sp modelId="{BF76A27C-509F-42BA-BC0A-24A226F1B0F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2C836-68EA-4AEE-AE55-B91981062BC7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Voidaan tehdä ulkoiselle kovalevylle, pilvipalveluun tai verkkolevylle</a:t>
          </a:r>
        </a:p>
      </dsp:txBody>
      <dsp:txXfrm>
        <a:off x="3116322" y="1277365"/>
        <a:ext cx="2219346" cy="1377989"/>
      </dsp:txXfrm>
    </dsp:sp>
    <dsp:sp modelId="{AE4184DD-709C-4872-849A-2C8DC0A329B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4BFFA-BC1F-4ED2-9B90-33FCBC48CF79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Automaattinen varmuuskopiointi vähentää inhimillistä unohdusta</a:t>
          </a:r>
        </a:p>
      </dsp:txBody>
      <dsp:txXfrm>
        <a:off x="5933653" y="12773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2E7E3-0B5C-4DB1-BC5F-576F3B3F1BCE}">
      <dsp:nvSpPr>
        <dsp:cNvPr id="0" name=""/>
        <dsp:cNvSpPr/>
      </dsp:nvSpPr>
      <dsp:spPr>
        <a:xfrm>
          <a:off x="0" y="33138"/>
          <a:ext cx="8195871" cy="1152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Yritä palautusta vikasietotilassa tai palautuspisteistä</a:t>
          </a:r>
        </a:p>
      </dsp:txBody>
      <dsp:txXfrm>
        <a:off x="56237" y="89375"/>
        <a:ext cx="8083397" cy="1039555"/>
      </dsp:txXfrm>
    </dsp:sp>
    <dsp:sp modelId="{04CD9833-A7AA-4A44-BB90-F9FE7BBACCD6}">
      <dsp:nvSpPr>
        <dsp:cNvPr id="0" name=""/>
        <dsp:cNvSpPr/>
      </dsp:nvSpPr>
      <dsp:spPr>
        <a:xfrm>
          <a:off x="0" y="1268687"/>
          <a:ext cx="8195871" cy="115202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Käynnistä kone asennusmedian kautta ja korjaa järjestelmä</a:t>
          </a:r>
        </a:p>
      </dsp:txBody>
      <dsp:txXfrm>
        <a:off x="56237" y="1324924"/>
        <a:ext cx="8083397" cy="1039555"/>
      </dsp:txXfrm>
    </dsp:sp>
    <dsp:sp modelId="{40AAFB75-7F42-43C7-BD03-CF1A2E66F815}">
      <dsp:nvSpPr>
        <dsp:cNvPr id="0" name=""/>
        <dsp:cNvSpPr/>
      </dsp:nvSpPr>
      <dsp:spPr>
        <a:xfrm>
          <a:off x="0" y="2504237"/>
          <a:ext cx="8195871" cy="115202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Jos mikään ei auta, turvaudu ammattilaiseen – tietojen pelastus voi vielä onnistua</a:t>
          </a:r>
        </a:p>
      </dsp:txBody>
      <dsp:txXfrm>
        <a:off x="56237" y="2560474"/>
        <a:ext cx="8083397" cy="10395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A93C6-E916-4804-B796-7415D435F46D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7A813-A036-4692-A315-B72CD5B9442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Piraattiohjelmat usein haittaohjelmien levittäjiä</a:t>
          </a:r>
        </a:p>
      </dsp:txBody>
      <dsp:txXfrm>
        <a:off x="298991" y="1277365"/>
        <a:ext cx="2219346" cy="1377989"/>
      </dsp:txXfrm>
    </dsp:sp>
    <dsp:sp modelId="{9B5C19A4-CEB3-4161-9D1F-A509C9907AB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09AAA-15B9-4270-9E08-14F941581923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Ei mahdollisuutta päivityksiin = tietoturva-aukot jäävät korjaamatta</a:t>
          </a:r>
        </a:p>
      </dsp:txBody>
      <dsp:txXfrm>
        <a:off x="3116322" y="1277365"/>
        <a:ext cx="2219346" cy="1377989"/>
      </dsp:txXfrm>
    </dsp:sp>
    <dsp:sp modelId="{8FF03CBC-FD59-485C-A863-07A9C9955C39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912D9-833C-4E6D-8F2D-563C3505FB20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Laillisten vaihtoehtojen käyttö on turvallisempaa ja vastuullisempaa</a:t>
          </a:r>
        </a:p>
      </dsp:txBody>
      <dsp:txXfrm>
        <a:off x="5933653" y="1277365"/>
        <a:ext cx="2219346" cy="13779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123FB-6CBE-4818-851C-BAC65C90A5DD}">
      <dsp:nvSpPr>
        <dsp:cNvPr id="0" name=""/>
        <dsp:cNvSpPr/>
      </dsp:nvSpPr>
      <dsp:spPr>
        <a:xfrm>
          <a:off x="2622678" y="1846"/>
          <a:ext cx="2950513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Verkkoselaimet (Chrome, Firefox) – koska niitä käytetään jatkuvasti</a:t>
          </a:r>
        </a:p>
      </dsp:txBody>
      <dsp:txXfrm>
        <a:off x="2666033" y="45201"/>
        <a:ext cx="2863803" cy="801413"/>
      </dsp:txXfrm>
    </dsp:sp>
    <dsp:sp modelId="{9F4A08AC-3CF6-419B-ADD9-230DA1A6A4B7}">
      <dsp:nvSpPr>
        <dsp:cNvPr id="0" name=""/>
        <dsp:cNvSpPr/>
      </dsp:nvSpPr>
      <dsp:spPr>
        <a:xfrm>
          <a:off x="2622678" y="934376"/>
          <a:ext cx="2950513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Sähköpostiohjelmat – mahdollisuus haittaliitteisiin</a:t>
          </a:r>
        </a:p>
      </dsp:txBody>
      <dsp:txXfrm>
        <a:off x="2666033" y="977731"/>
        <a:ext cx="2863803" cy="801413"/>
      </dsp:txXfrm>
    </dsp:sp>
    <dsp:sp modelId="{778CA31E-1133-4239-A95C-DA951E2E0827}">
      <dsp:nvSpPr>
        <dsp:cNvPr id="0" name=""/>
        <dsp:cNvSpPr/>
      </dsp:nvSpPr>
      <dsp:spPr>
        <a:xfrm>
          <a:off x="2622678" y="1866905"/>
          <a:ext cx="2950513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Käyttöjärjestelmät – suurin hyökkäyspinta-ala</a:t>
          </a:r>
        </a:p>
      </dsp:txBody>
      <dsp:txXfrm>
        <a:off x="2666033" y="1910260"/>
        <a:ext cx="2863803" cy="801413"/>
      </dsp:txXfrm>
    </dsp:sp>
    <dsp:sp modelId="{2959539A-1A3E-427F-B822-4051CDBFB7DC}">
      <dsp:nvSpPr>
        <dsp:cNvPr id="0" name=""/>
        <dsp:cNvSpPr/>
      </dsp:nvSpPr>
      <dsp:spPr>
        <a:xfrm>
          <a:off x="2622678" y="2799435"/>
          <a:ext cx="2950513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Vanhat lisäosat (Java, Flash) – tunnettuja haavoittuvuuksia</a:t>
          </a:r>
        </a:p>
      </dsp:txBody>
      <dsp:txXfrm>
        <a:off x="2666033" y="2842790"/>
        <a:ext cx="2863803" cy="8014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F0670-12E4-4E2D-826A-8994053E0CEF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7B44E-FDF2-4B66-95A9-A5DFFD96F4E7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UAC (Windows): varmistus ennen järjestelmätason muutoksia</a:t>
          </a:r>
        </a:p>
      </dsp:txBody>
      <dsp:txXfrm>
        <a:off x="78583" y="2183504"/>
        <a:ext cx="2399612" cy="720000"/>
      </dsp:txXfrm>
    </dsp:sp>
    <dsp:sp modelId="{C6A18B18-1710-4418-989C-6DD914068128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E8326-04AA-473A-BBFD-E7F347DB0220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SUDO (Linux): komentopohjainen tilapäinen ylläpitäjäoikeus</a:t>
          </a:r>
        </a:p>
      </dsp:txBody>
      <dsp:txXfrm>
        <a:off x="2898129" y="2183504"/>
        <a:ext cx="2399612" cy="720000"/>
      </dsp:txXfrm>
    </dsp:sp>
    <dsp:sp modelId="{3CF625E1-B294-43C9-A045-290E33884447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C4AC3-2D9E-4D0F-BD15-649C85883796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 as Administrator: ohjelma ajetaan laajemmilla oikeuksilla</a:t>
          </a:r>
        </a:p>
      </dsp:txBody>
      <dsp:txXfrm>
        <a:off x="5717674" y="2183504"/>
        <a:ext cx="2399612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2A17E-13FC-47CF-B51F-4FB076C15DD7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FF605-AF61-4AC1-A8D6-EEDF6C457F2F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UAC-tason säätö: Ohjauspaneeli → Käyttäjätilit → UAC</a:t>
          </a:r>
        </a:p>
      </dsp:txBody>
      <dsp:txXfrm>
        <a:off x="78583" y="2183504"/>
        <a:ext cx="2399612" cy="720000"/>
      </dsp:txXfrm>
    </dsp:sp>
    <dsp:sp modelId="{7F2FAE4B-8B32-44CE-B612-42C0D50237F4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C72B6-EEFD-46D2-BCE6-7DF1D2D1EF12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Valittavissa 4 eri tasoa: ei ilmoitusta – aina ilmoitus</a:t>
          </a:r>
        </a:p>
      </dsp:txBody>
      <dsp:txXfrm>
        <a:off x="2898129" y="2183504"/>
        <a:ext cx="2399612" cy="720000"/>
      </dsp:txXfrm>
    </dsp:sp>
    <dsp:sp modelId="{F7D4D4A1-445B-4639-93D7-70293B75BCA8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2AE6B-EBDA-46AB-BCE0-5A447A0CC16A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Korkeampi taso parantaa suojaa mutta vaatii enemmän vahvistuksia</a:t>
          </a:r>
        </a:p>
      </dsp:txBody>
      <dsp:txXfrm>
        <a:off x="5717674" y="2183504"/>
        <a:ext cx="2399612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3E76D-14E8-45B6-BA2B-D6DE45AD35F2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E90C4-C5FC-4424-9259-DF48AC405D14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NAT = Network Address Translation</a:t>
          </a:r>
        </a:p>
      </dsp:txBody>
      <dsp:txXfrm>
        <a:off x="78583" y="2183504"/>
        <a:ext cx="2399612" cy="720000"/>
      </dsp:txXfrm>
    </dsp:sp>
    <dsp:sp modelId="{82875176-483F-4B19-BD94-D84FC3A75C01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C9ED2-0D67-47C2-9B2D-C10D86A8E266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Piilottaa sisäverkon yksittäiset osoitteet ulkoverkosta</a:t>
          </a:r>
        </a:p>
      </dsp:txBody>
      <dsp:txXfrm>
        <a:off x="2898129" y="2183504"/>
        <a:ext cx="2399612" cy="720000"/>
      </dsp:txXfrm>
    </dsp:sp>
    <dsp:sp modelId="{23D5EF61-887F-4214-959B-CB1B66B1D9CC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216F6-BEC9-4CD8-8BE5-14BAABAD0518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Parantaa turvallisuutta ja mahdollistaa IP-osoitteiden jakamisen</a:t>
          </a:r>
        </a:p>
      </dsp:txBody>
      <dsp:txXfrm>
        <a:off x="5717674" y="2183504"/>
        <a:ext cx="239961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09527-D11B-49BA-997C-7C21646E6BB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DFA24-20A4-40C3-9FD5-E275A9BAE9C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Käytä vahvaa WPA2/WPA3-salausta ja vaihda oletussalasana</a:t>
          </a:r>
        </a:p>
      </dsp:txBody>
      <dsp:txXfrm>
        <a:off x="298991" y="1277365"/>
        <a:ext cx="2219346" cy="1377989"/>
      </dsp:txXfrm>
    </dsp:sp>
    <dsp:sp modelId="{8ED3C7ED-229B-48FB-997B-A4012C2A79C5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3B51B-C1A6-4260-A061-39B4A61F92C3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Piilota SSID tai vaihda se tunnistamattomaksi</a:t>
          </a:r>
        </a:p>
      </dsp:txBody>
      <dsp:txXfrm>
        <a:off x="3116322" y="1277365"/>
        <a:ext cx="2219346" cy="1377989"/>
      </dsp:txXfrm>
    </dsp:sp>
    <dsp:sp modelId="{923EC403-2691-4FF7-B0F0-5679741ED6FE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2A3FE-4ABB-42F3-88AB-EFEB27D4BB15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Päivitä reitittimen ohjelmisto säännöllisesti</a:t>
          </a:r>
        </a:p>
      </dsp:txBody>
      <dsp:txXfrm>
        <a:off x="5933653" y="1277365"/>
        <a:ext cx="2219346" cy="137798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04A50-3006-49E5-90F9-A40AE1B6BA4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D596F-3658-44AE-A6F2-199E31D43911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Luvaton käyttö voi johtaa vastuuseen (esim. piraattisisällön lataus)</a:t>
          </a:r>
        </a:p>
      </dsp:txBody>
      <dsp:txXfrm>
        <a:off x="298991" y="1277365"/>
        <a:ext cx="2219346" cy="1377989"/>
      </dsp:txXfrm>
    </dsp:sp>
    <dsp:sp modelId="{060DB739-9378-4818-AFAE-76091AF2B82A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778ED-7E66-4321-B814-A5738B726130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Verkon omistaja voi joutua poliisitutkintaan</a:t>
          </a:r>
        </a:p>
      </dsp:txBody>
      <dsp:txXfrm>
        <a:off x="3116322" y="1277365"/>
        <a:ext cx="2219346" cy="1377989"/>
      </dsp:txXfrm>
    </dsp:sp>
    <dsp:sp modelId="{D6553349-D6A2-4721-AC2C-CB39C6F8A65C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E8A54-BF3F-4A6A-97BE-267DFDAEC818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Mainehaitat ja mahdolliset taloudelliset seuraamukset</a:t>
          </a:r>
        </a:p>
      </dsp:txBody>
      <dsp:txXfrm>
        <a:off x="5933653" y="1277365"/>
        <a:ext cx="2219346" cy="13779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175B1-217A-4980-B686-01BFD0289CE8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7D855-FAB9-4CC0-9E25-DBD5518459AF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Vältä arkaluontoisia toimintoja kuten kirjautumista pankkiin</a:t>
          </a:r>
        </a:p>
      </dsp:txBody>
      <dsp:txXfrm>
        <a:off x="298991" y="1277365"/>
        <a:ext cx="2219346" cy="1377989"/>
      </dsp:txXfrm>
    </dsp:sp>
    <dsp:sp modelId="{CD1E7C96-0519-4603-AA4F-527869D049E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73187-90D0-49EF-85A9-AD3E91E3E6CE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Käytä VPN:ää suojaamaan yhteyttäsi</a:t>
          </a:r>
        </a:p>
      </dsp:txBody>
      <dsp:txXfrm>
        <a:off x="3116322" y="1277365"/>
        <a:ext cx="2219346" cy="1377989"/>
      </dsp:txXfrm>
    </dsp:sp>
    <dsp:sp modelId="{3E05D93B-F072-4F51-8DC1-3759E815FCB0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776B6-9C16-403D-9967-FD79B5BE559D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Tarkista, ettei laitteesi muodosta automaattisesti yhteyttä tuntemattomiin verkkoihin</a:t>
          </a:r>
        </a:p>
      </dsp:txBody>
      <dsp:txXfrm>
        <a:off x="5933653" y="1277365"/>
        <a:ext cx="2219346" cy="137798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D89C0-B57F-4802-8A62-B7591007743C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8858C-85FF-4225-9270-A6D53ADE5A22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Huijausviestit, joiden tavoitteena on saada henkilökohtaisia tietoja</a:t>
          </a:r>
        </a:p>
      </dsp:txBody>
      <dsp:txXfrm>
        <a:off x="78583" y="2183504"/>
        <a:ext cx="2399612" cy="720000"/>
      </dsp:txXfrm>
    </dsp:sp>
    <dsp:sp modelId="{0AA8A88D-07C4-4372-AEC2-033CA0D861AE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2814B-E3A1-4EFF-A960-6FB19D488816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Usein esiintyy luotettavan tahon nimissä (pankki, viranomainen)</a:t>
          </a:r>
        </a:p>
      </dsp:txBody>
      <dsp:txXfrm>
        <a:off x="2898129" y="2183504"/>
        <a:ext cx="2399612" cy="720000"/>
      </dsp:txXfrm>
    </dsp:sp>
    <dsp:sp modelId="{46365C37-EB84-4255-A3CC-9E455842D430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6DB63-7419-4A7A-8D7D-A51F948D5B75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Tavoitteena tilien kaappaus tai rahan huijaaminen</a:t>
          </a:r>
        </a:p>
      </dsp:txBody>
      <dsp:txXfrm>
        <a:off x="5717674" y="2183504"/>
        <a:ext cx="2399612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51AA0-233C-4D97-9902-20A8A6CF13F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76820-A44C-4B78-ABDD-7B6357B38EA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Sähköposti, tekstiviesti (smishing), puhelu (vishing)</a:t>
          </a:r>
        </a:p>
      </dsp:txBody>
      <dsp:txXfrm>
        <a:off x="298991" y="1277365"/>
        <a:ext cx="2219346" cy="1377989"/>
      </dsp:txXfrm>
    </dsp:sp>
    <dsp:sp modelId="{B38B2D8D-8EAD-4127-A551-AF259CFA4558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1C9C6-B5B7-4925-8D00-138F90850CE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Väärennetyt verkkosivut, jotka muistuttavat oikeita palveluita</a:t>
          </a:r>
        </a:p>
      </dsp:txBody>
      <dsp:txXfrm>
        <a:off x="3116322" y="1277365"/>
        <a:ext cx="2219346" cy="1377989"/>
      </dsp:txXfrm>
    </dsp:sp>
    <dsp:sp modelId="{B753FAF0-4C57-4C25-BBAD-3070EE775DF6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1D163-A917-4842-ADC5-819C463CFA3E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Ajavat käyttäjää kiireeseen tai pelkoon</a:t>
          </a:r>
        </a:p>
      </dsp:txBody>
      <dsp:txXfrm>
        <a:off x="5933653" y="1277365"/>
        <a:ext cx="2219346" cy="13779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18B0B-32C3-4C52-8EA6-9987EFC74EC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C0596-E5CB-49EA-9FE0-21F9E669290A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Hyödynnetään luottamusta ja inhimillistä vuorovaikutusta</a:t>
          </a:r>
        </a:p>
      </dsp:txBody>
      <dsp:txXfrm>
        <a:off x="298991" y="1277365"/>
        <a:ext cx="2219346" cy="1377989"/>
      </dsp:txXfrm>
    </dsp:sp>
    <dsp:sp modelId="{908CAC45-63B0-4A98-A4C3-4563F9358CC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0C9BB-9136-49DA-83CD-AEEADAA55FA6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Esittäydytään esim. teknisenä tukena tai ystävänä</a:t>
          </a:r>
        </a:p>
      </dsp:txBody>
      <dsp:txXfrm>
        <a:off x="3116322" y="1277365"/>
        <a:ext cx="2219346" cy="1377989"/>
      </dsp:txXfrm>
    </dsp:sp>
    <dsp:sp modelId="{AD73C5A3-37DB-4B31-B85E-1927141FAE06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43C90-7A93-49A8-AA97-80FF7B82F558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Pyydetään salasanoja tai salasanalinkkejä</a:t>
          </a:r>
        </a:p>
      </dsp:txBody>
      <dsp:txXfrm>
        <a:off x="5933653" y="1277365"/>
        <a:ext cx="2219346" cy="137798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0AA6F-C3FF-471B-A846-6DD71D43FEB5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23934-573F-4538-ADE4-8ECD94FAE519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Maksutavat: verkkopankki, luottokortti, MobilePay, PayPal</a:t>
          </a:r>
        </a:p>
      </dsp:txBody>
      <dsp:txXfrm>
        <a:off x="298991" y="1277365"/>
        <a:ext cx="2219346" cy="1377989"/>
      </dsp:txXfrm>
    </dsp:sp>
    <dsp:sp modelId="{DE278561-040E-415D-8777-C50BBC421A5F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F611C-703A-4E9E-8B4A-FC2EB1C180C0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Luottokortti on nopea mutta riskialtis, etenkin tuntemattomilla sivuilla</a:t>
          </a:r>
        </a:p>
      </dsp:txBody>
      <dsp:txXfrm>
        <a:off x="3116322" y="1277365"/>
        <a:ext cx="2219346" cy="1377989"/>
      </dsp:txXfrm>
    </dsp:sp>
    <dsp:sp modelId="{A2C09FFE-D5D8-4955-8800-A097B25AABEB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A7621-846B-4BC6-8296-0BA4867A7A2D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Virtuaalikortit tai maksunvälittäjät suojaavat tietojasi paremmin</a:t>
          </a:r>
        </a:p>
      </dsp:txBody>
      <dsp:txXfrm>
        <a:off x="5933653" y="1277365"/>
        <a:ext cx="2219346" cy="137798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D3E3A-66A7-408B-B8EF-8D0D73F8D871}">
      <dsp:nvSpPr>
        <dsp:cNvPr id="0" name=""/>
        <dsp:cNvSpPr/>
      </dsp:nvSpPr>
      <dsp:spPr>
        <a:xfrm>
          <a:off x="0" y="30752"/>
          <a:ext cx="8195871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Tietoturva ei ole vain ohjelmisto – se on toimintatapa</a:t>
          </a:r>
        </a:p>
      </dsp:txBody>
      <dsp:txXfrm>
        <a:off x="56315" y="87067"/>
        <a:ext cx="8083241" cy="1040990"/>
      </dsp:txXfrm>
    </dsp:sp>
    <dsp:sp modelId="{25A017D2-F3C7-428A-A985-C8041200CAEA}">
      <dsp:nvSpPr>
        <dsp:cNvPr id="0" name=""/>
        <dsp:cNvSpPr/>
      </dsp:nvSpPr>
      <dsp:spPr>
        <a:xfrm>
          <a:off x="0" y="1267892"/>
          <a:ext cx="8195871" cy="11536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Ole tietoinen, valpas ja suojattu</a:t>
          </a:r>
        </a:p>
      </dsp:txBody>
      <dsp:txXfrm>
        <a:off x="56315" y="1324207"/>
        <a:ext cx="8083241" cy="1040990"/>
      </dsp:txXfrm>
    </dsp:sp>
    <dsp:sp modelId="{6F2BB6E1-EF57-4077-BE25-4C6B1833E282}">
      <dsp:nvSpPr>
        <dsp:cNvPr id="0" name=""/>
        <dsp:cNvSpPr/>
      </dsp:nvSpPr>
      <dsp:spPr>
        <a:xfrm>
          <a:off x="0" y="2505032"/>
          <a:ext cx="8195871" cy="11536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Päivitä, varmuuskopioi ja käytä harkintaa verkossa</a:t>
          </a:r>
        </a:p>
      </dsp:txBody>
      <dsp:txXfrm>
        <a:off x="56315" y="2561347"/>
        <a:ext cx="8083241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C8857-2AD8-9A06-F65C-E65B3E986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95" r="31480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chemeClr val="bg1"/>
                </a:solidFill>
              </a:rPr>
              <a:t>Tietoturva ja turvallinen verkon käyttö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fi-FI" sz="2700">
                <a:solidFill>
                  <a:srgbClr val="FFFFFF"/>
                </a:solidFill>
              </a:rPr>
              <a:t>Mitä tapahtuu, kun kirjoitat selaimeen URL-osoitteen?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DBEB5-38DA-BCDF-B6E9-A1D5BC34A2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40444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Tietoturvan osa-alueet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371501-56C8-AB78-2A00-1173609E7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932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Pelaaminen ja virustorjunta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3683B9-160D-4963-A5EF-3DE1D17924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82742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Miten suojata kone pelatessa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EC0DF1-09DF-35CF-ADAB-344520168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35612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Mikä on palomuuri ja miten se toimii?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55CC35-A976-DA73-303A-B776FCE07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0090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Portit ja palomuurit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63AC36-B182-4A1F-4138-A76789B72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90901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Varmuuskopiointi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8D29-82F5-27A7-C43C-C79DA665E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6190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Kone jumissa – ei varmuuskopiota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F5B22-BA56-B9D0-DE98-0280CA2E8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08421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Waretetut ohjelmat – tietoturvariski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CF1DE-1CD8-0C52-0826-06A1FA999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1457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Hyökkäyksen kohteena olevat ohjelmat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1CC9A-7819-902F-AF22-B308B9315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14430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Käyttöoikeudet: UAC, SUDO, Run as Administrator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FB51C8-C53E-FAEC-2A20-2A327B543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696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UAC:n tason säätäminen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2CB1DD-38AE-8050-AB6E-CACEC9E66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77371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Mikä on NAT ja mitä se tekee?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A9D365-4025-8602-547F-03797E7B6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1657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Langattoman verkon suojaaminen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61443-2C6B-8314-5E21-7B7CEC537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62416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Suojauksen laiminlyönnin seuraukset Suomessa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6C76E9-03BA-E670-379D-073A54EFC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13736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Avoimet WiFi-verkot – käytön riskit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77CB57-F7CE-BD1F-ECC3-2DEB831B4C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01472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Mitä on kalastelu (Phishing)?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0A75A1-0CC8-231E-2526-D90A3E2E6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14859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Kalastelun menetelmät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32BF80-CD56-EA77-72F4-F36560B78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38028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Sosiaalinen kalastelu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99641A-2199-A90A-646E-611F1A836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54358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Netissä maksaminen – riskien hallinta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D8DD77-1624-E772-E8B6-4D70D543E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76689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i-FI" sz="3500">
                <a:solidFill>
                  <a:srgbClr val="FFFFFF"/>
                </a:solidFill>
              </a:rPr>
              <a:t>Yhteenveto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0E55ED-9498-4520-A1EA-0487516AA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90520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600</Words>
  <Application>Microsoft Office PowerPoint</Application>
  <PresentationFormat>Näytössä katseltava diaesitys (4:3)</PresentationFormat>
  <Paragraphs>88</Paragraphs>
  <Slides>22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Tietoturva ja turvallinen verkon käyttö</vt:lpstr>
      <vt:lpstr>Mitä tapahtuu, kun kirjoitat selaimeen URL-osoitteen?</vt:lpstr>
      <vt:lpstr>Tietoturvan osa-alueet</vt:lpstr>
      <vt:lpstr>Pelaaminen ja virustorjunta</vt:lpstr>
      <vt:lpstr>Miten suojata kone pelatessa</vt:lpstr>
      <vt:lpstr>Mikä on palomuuri ja miten se toimii?</vt:lpstr>
      <vt:lpstr>Portit ja palomuurit</vt:lpstr>
      <vt:lpstr>Varmuuskopiointi</vt:lpstr>
      <vt:lpstr>Kone jumissa – ei varmuuskopiota</vt:lpstr>
      <vt:lpstr>Waretetut ohjelmat – tietoturvariski</vt:lpstr>
      <vt:lpstr>Hyökkäyksen kohteena olevat ohjelmat</vt:lpstr>
      <vt:lpstr>Käyttöoikeudet: UAC, SUDO, Run as Administrator</vt:lpstr>
      <vt:lpstr>UAC:n tason säätäminen</vt:lpstr>
      <vt:lpstr>Mikä on NAT ja mitä se tekee?</vt:lpstr>
      <vt:lpstr>Langattoman verkon suojaaminen</vt:lpstr>
      <vt:lpstr>Suojauksen laiminlyönnin seuraukset Suomessa</vt:lpstr>
      <vt:lpstr>Avoimet WiFi-verkot – käytön riskit</vt:lpstr>
      <vt:lpstr>Mitä on kalastelu (Phishing)?</vt:lpstr>
      <vt:lpstr>Kalastelun menetelmät</vt:lpstr>
      <vt:lpstr>Sosiaalinen kalastelu</vt:lpstr>
      <vt:lpstr>Netissä maksaminen – riskien hallinta</vt:lpstr>
      <vt:lpstr>Yhteenveto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Ruokanen Aki</dc:creator>
  <cp:keywords/>
  <dc:description>generated using python-pptx</dc:description>
  <cp:lastModifiedBy>Ruokanen Aki</cp:lastModifiedBy>
  <cp:revision>2</cp:revision>
  <dcterms:created xsi:type="dcterms:W3CDTF">2013-01-27T09:14:16Z</dcterms:created>
  <dcterms:modified xsi:type="dcterms:W3CDTF">2025-05-16T19:14:13Z</dcterms:modified>
  <cp:category/>
</cp:coreProperties>
</file>